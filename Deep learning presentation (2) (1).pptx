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Space Mono"/>
      <p:regular r:id="rId23"/>
      <p:bold r:id="rId24"/>
      <p:italic r:id="rId25"/>
      <p:boldItalic r:id="rId26"/>
    </p:embeddedFont>
    <p:embeddedFont>
      <p:font typeface="Roboto"/>
      <p:regular r:id="rId27"/>
      <p:bold r:id="rId28"/>
      <p:italic r:id="rId29"/>
      <p:boldItalic r:id="rId30"/>
    </p:embeddedFont>
    <p:embeddedFont>
      <p:font typeface="Days One"/>
      <p:regular r:id="rId31"/>
    </p:embeddedFont>
    <p:embeddedFont>
      <p:font typeface="Roboto Light"/>
      <p:regular r:id="rId32"/>
      <p:bold r:id="rId33"/>
      <p:italic r:id="rId34"/>
      <p:boldItalic r:id="rId35"/>
    </p:embeddedFont>
    <p:embeddedFont>
      <p:font typeface="Albert Sans"/>
      <p:regular r:id="rId36"/>
      <p:bold r:id="rId37"/>
      <p:italic r:id="rId38"/>
      <p:boldItalic r:id="rId39"/>
    </p:embeddedFont>
    <p:embeddedFont>
      <p:font typeface="Poppins ExtraLigh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ExtraLight-regular.fntdata"/><Relationship Id="rId20" Type="http://schemas.openxmlformats.org/officeDocument/2006/relationships/slide" Target="slides/slide14.xml"/><Relationship Id="rId42" Type="http://schemas.openxmlformats.org/officeDocument/2006/relationships/font" Target="fonts/PoppinsExtraLight-italic.fntdata"/><Relationship Id="rId41" Type="http://schemas.openxmlformats.org/officeDocument/2006/relationships/font" Target="fonts/PoppinsExtraLight-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PoppinsExtraLight-boldItalic.fntdata"/><Relationship Id="rId24" Type="http://schemas.openxmlformats.org/officeDocument/2006/relationships/font" Target="fonts/SpaceMono-bold.fntdata"/><Relationship Id="rId23" Type="http://schemas.openxmlformats.org/officeDocument/2006/relationships/font" Target="fonts/SpaceMon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SpaceMono-boldItalic.fntdata"/><Relationship Id="rId25" Type="http://schemas.openxmlformats.org/officeDocument/2006/relationships/font" Target="fonts/SpaceMono-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aysOne-regular.fntdata"/><Relationship Id="rId30" Type="http://schemas.openxmlformats.org/officeDocument/2006/relationships/font" Target="fonts/Roboto-boldItalic.fntdata"/><Relationship Id="rId11" Type="http://schemas.openxmlformats.org/officeDocument/2006/relationships/slide" Target="slides/slide5.xml"/><Relationship Id="rId33" Type="http://schemas.openxmlformats.org/officeDocument/2006/relationships/font" Target="fonts/RobotoLight-bold.fntdata"/><Relationship Id="rId10" Type="http://schemas.openxmlformats.org/officeDocument/2006/relationships/slide" Target="slides/slide4.xml"/><Relationship Id="rId32" Type="http://schemas.openxmlformats.org/officeDocument/2006/relationships/font" Target="fonts/RobotoLight-regular.fntdata"/><Relationship Id="rId13" Type="http://schemas.openxmlformats.org/officeDocument/2006/relationships/slide" Target="slides/slide7.xml"/><Relationship Id="rId35" Type="http://schemas.openxmlformats.org/officeDocument/2006/relationships/font" Target="fonts/RobotoLight-boldItalic.fntdata"/><Relationship Id="rId12" Type="http://schemas.openxmlformats.org/officeDocument/2006/relationships/slide" Target="slides/slide6.xml"/><Relationship Id="rId34" Type="http://schemas.openxmlformats.org/officeDocument/2006/relationships/font" Target="fonts/RobotoLight-italic.fntdata"/><Relationship Id="rId15" Type="http://schemas.openxmlformats.org/officeDocument/2006/relationships/slide" Target="slides/slide9.xml"/><Relationship Id="rId37" Type="http://schemas.openxmlformats.org/officeDocument/2006/relationships/font" Target="fonts/AlbertSans-bold.fntdata"/><Relationship Id="rId14" Type="http://schemas.openxmlformats.org/officeDocument/2006/relationships/slide" Target="slides/slide8.xml"/><Relationship Id="rId36" Type="http://schemas.openxmlformats.org/officeDocument/2006/relationships/font" Target="fonts/AlbertSans-regular.fntdata"/><Relationship Id="rId17" Type="http://schemas.openxmlformats.org/officeDocument/2006/relationships/slide" Target="slides/slide11.xml"/><Relationship Id="rId39" Type="http://schemas.openxmlformats.org/officeDocument/2006/relationships/font" Target="fonts/AlbertSans-boldItalic.fntdata"/><Relationship Id="rId16" Type="http://schemas.openxmlformats.org/officeDocument/2006/relationships/slide" Target="slides/slide10.xml"/><Relationship Id="rId38" Type="http://schemas.openxmlformats.org/officeDocument/2006/relationships/font" Target="fonts/Albert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085854cf5_2_7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e085854cf5_2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085854cf5_2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e085854cf5_2_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3e085854cf5_2_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solidFill>
                  <a:srgbClr val="000000"/>
                </a:solidFill>
              </a:rPr>
              <a:t>‹#›</a:t>
            </a:fld>
            <a:endParaRPr>
              <a:solidFill>
                <a:srgbClr val="000000"/>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085854cf5_2_9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e085854cf5_2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0e906aab6_8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e0e906aab6_8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0e906aab6_8_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e0e906aab6_8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085854cf5_2_10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e085854cf5_2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0e906aab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0e906aab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0e906aab6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e0e906aab6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0e906aab6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e0e906aab6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0e906aab6_2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e0e906aab6_2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e0e906aab6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e0e906aab6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e0e906aab6_6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e0e906aab6_6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0e906aab6_6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e0e906aab6_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0e906aab6_2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0e906aab6_2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e0e906aab6_6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e0e906aab6_6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e0e906aab6_2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e0e906aab6_2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pic>
        <p:nvPicPr>
          <p:cNvPr id="58" name="Google Shape;58;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9" name="Google Shape;59;p14"/>
          <p:cNvSpPr txBox="1"/>
          <p:nvPr>
            <p:ph type="ctrTitle"/>
          </p:nvPr>
        </p:nvSpPr>
        <p:spPr>
          <a:xfrm>
            <a:off x="542925" y="1597061"/>
            <a:ext cx="3938154" cy="978153"/>
          </a:xfrm>
          <a:prstGeom prst="rect">
            <a:avLst/>
          </a:prstGeom>
          <a:noFill/>
          <a:ln>
            <a:noFill/>
          </a:ln>
        </p:spPr>
        <p:txBody>
          <a:bodyPr anchorCtr="0" anchor="b" bIns="17150" lIns="34275" spcFirstLastPara="1" rIns="34275" wrap="square" tIns="17150">
            <a:normAutofit/>
          </a:bodyPr>
          <a:lstStyle>
            <a:lvl1pPr lvl="0" algn="l">
              <a:lnSpc>
                <a:spcPct val="90000"/>
              </a:lnSpc>
              <a:spcBef>
                <a:spcPts val="0"/>
              </a:spcBef>
              <a:spcAft>
                <a:spcPts val="0"/>
              </a:spcAft>
              <a:buClr>
                <a:srgbClr val="070768"/>
              </a:buClr>
              <a:buSzPts val="2700"/>
              <a:buFont typeface="Arial"/>
              <a:buNone/>
              <a:defRPr b="1" sz="2700">
                <a:solidFill>
                  <a:srgbClr val="070768"/>
                </a:solidFill>
                <a:latin typeface="Arial"/>
                <a:ea typeface="Arial"/>
                <a:cs typeface="Arial"/>
                <a:sym typeface="Aria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60" name="Google Shape;60;p14"/>
          <p:cNvSpPr txBox="1"/>
          <p:nvPr>
            <p:ph idx="1" type="subTitle"/>
          </p:nvPr>
        </p:nvSpPr>
        <p:spPr>
          <a:xfrm>
            <a:off x="542925" y="2685401"/>
            <a:ext cx="3938154" cy="1241821"/>
          </a:xfrm>
          <a:prstGeom prst="rect">
            <a:avLst/>
          </a:prstGeom>
          <a:noFill/>
          <a:ln>
            <a:noFill/>
          </a:ln>
        </p:spPr>
        <p:txBody>
          <a:bodyPr anchorCtr="0" anchor="t" bIns="17150" lIns="34275" spcFirstLastPara="1" rIns="34275" wrap="square" tIns="17150">
            <a:normAutofit/>
          </a:bodyPr>
          <a:lstStyle>
            <a:lvl1pPr lvl="0" algn="ctr">
              <a:lnSpc>
                <a:spcPct val="90000"/>
              </a:lnSpc>
              <a:spcBef>
                <a:spcPts val="800"/>
              </a:spcBef>
              <a:spcAft>
                <a:spcPts val="0"/>
              </a:spcAft>
              <a:buClr>
                <a:srgbClr val="CA2126"/>
              </a:buClr>
              <a:buSzPts val="2000"/>
              <a:buNone/>
              <a:defRPr b="1" sz="2000">
                <a:solidFill>
                  <a:srgbClr val="CA2126"/>
                </a:solidFill>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1" name="Google Shape;61;p14"/>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62" name="Google Shape;62;p14"/>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63" name="Google Shape;63;p14"/>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 name="Shape 64"/>
        <p:cNvGrpSpPr/>
        <p:nvPr/>
      </p:nvGrpSpPr>
      <p:grpSpPr>
        <a:xfrm>
          <a:off x="0" y="0"/>
          <a:ext cx="0" cy="0"/>
          <a:chOff x="0" y="0"/>
          <a:chExt cx="0" cy="0"/>
        </a:xfrm>
      </p:grpSpPr>
      <p:sp>
        <p:nvSpPr>
          <p:cNvPr id="65" name="Google Shape;65;p15"/>
          <p:cNvSpPr txBox="1"/>
          <p:nvPr>
            <p:ph type="title"/>
          </p:nvPr>
        </p:nvSpPr>
        <p:spPr>
          <a:xfrm>
            <a:off x="628650" y="774285"/>
            <a:ext cx="7886700" cy="527664"/>
          </a:xfrm>
          <a:prstGeom prst="rect">
            <a:avLst/>
          </a:prstGeom>
          <a:noFill/>
          <a:ln>
            <a:noFill/>
          </a:ln>
        </p:spPr>
        <p:txBody>
          <a:bodyPr anchorCtr="0" anchor="ctr" bIns="17150" lIns="34275" spcFirstLastPara="1" rIns="34275" wrap="square" tIns="17150">
            <a:normAutofit/>
          </a:bodyPr>
          <a:lstStyle>
            <a:lvl1pPr lvl="0" algn="l">
              <a:lnSpc>
                <a:spcPct val="90000"/>
              </a:lnSpc>
              <a:spcBef>
                <a:spcPts val="0"/>
              </a:spcBef>
              <a:spcAft>
                <a:spcPts val="0"/>
              </a:spcAft>
              <a:buClr>
                <a:srgbClr val="11126E"/>
              </a:buClr>
              <a:buSzPts val="2500"/>
              <a:buFont typeface="Arial"/>
              <a:buNone/>
              <a:defRPr b="1" sz="2500">
                <a:solidFill>
                  <a:srgbClr val="11126E"/>
                </a:solidFill>
                <a:latin typeface="Arial"/>
                <a:ea typeface="Arial"/>
                <a:cs typeface="Arial"/>
                <a:sym typeface="Aria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66" name="Google Shape;66;p15"/>
          <p:cNvSpPr txBox="1"/>
          <p:nvPr>
            <p:ph idx="1" type="body"/>
          </p:nvPr>
        </p:nvSpPr>
        <p:spPr>
          <a:xfrm>
            <a:off x="628650" y="1369219"/>
            <a:ext cx="7886700" cy="3263504"/>
          </a:xfrm>
          <a:prstGeom prst="rect">
            <a:avLst/>
          </a:prstGeom>
          <a:noFill/>
          <a:ln>
            <a:noFill/>
          </a:ln>
        </p:spPr>
        <p:txBody>
          <a:bodyPr anchorCtr="0" anchor="t" bIns="17150" lIns="34275" spcFirstLastPara="1" rIns="34275" wrap="square" tIns="17150">
            <a:normAutofit/>
          </a:bodyPr>
          <a:lstStyle>
            <a:lvl1pPr indent="-342900" lvl="0" marL="457200" algn="l">
              <a:lnSpc>
                <a:spcPct val="90000"/>
              </a:lnSpc>
              <a:spcBef>
                <a:spcPts val="800"/>
              </a:spcBef>
              <a:spcAft>
                <a:spcPts val="0"/>
              </a:spcAft>
              <a:buClr>
                <a:schemeClr val="dk1"/>
              </a:buClr>
              <a:buSzPts val="1800"/>
              <a:buChar char="•"/>
              <a:defRPr sz="1800">
                <a:latin typeface="Arial"/>
                <a:ea typeface="Arial"/>
                <a:cs typeface="Arial"/>
                <a:sym typeface="Arial"/>
              </a:defRPr>
            </a:lvl1pPr>
            <a:lvl2pPr indent="-336550" lvl="1" marL="914400" algn="l">
              <a:lnSpc>
                <a:spcPct val="90000"/>
              </a:lnSpc>
              <a:spcBef>
                <a:spcPts val="400"/>
              </a:spcBef>
              <a:spcAft>
                <a:spcPts val="0"/>
              </a:spcAft>
              <a:buClr>
                <a:schemeClr val="dk1"/>
              </a:buClr>
              <a:buSzPts val="1700"/>
              <a:buChar char="•"/>
              <a:defRPr sz="1700">
                <a:solidFill>
                  <a:schemeClr val="dk1"/>
                </a:solidFill>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sz="1500">
                <a:solidFill>
                  <a:schemeClr val="dk1"/>
                </a:solidFill>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sz="1400">
                <a:solidFill>
                  <a:schemeClr val="dk1"/>
                </a:solidFill>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sz="1400">
                <a:solidFill>
                  <a:schemeClr val="dk1"/>
                </a:solidFill>
                <a:latin typeface="Arial"/>
                <a:ea typeface="Arial"/>
                <a:cs typeface="Arial"/>
                <a:sym typeface="Arial"/>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67" name="Google Shape;67;p15"/>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68" name="Google Shape;68;p15"/>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69" name="Google Shape;69;p15"/>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16"/>
          <p:cNvSpPr txBox="1"/>
          <p:nvPr>
            <p:ph type="title"/>
          </p:nvPr>
        </p:nvSpPr>
        <p:spPr>
          <a:xfrm>
            <a:off x="623888" y="1282304"/>
            <a:ext cx="7886700" cy="2139553"/>
          </a:xfrm>
          <a:prstGeom prst="rect">
            <a:avLst/>
          </a:prstGeom>
          <a:noFill/>
          <a:ln>
            <a:noFill/>
          </a:ln>
        </p:spPr>
        <p:txBody>
          <a:bodyPr anchorCtr="0" anchor="b" bIns="17150" lIns="34275" spcFirstLastPara="1" rIns="34275" wrap="square" tIns="17150">
            <a:normAutofit/>
          </a:bodyPr>
          <a:lstStyle>
            <a:lvl1pPr lvl="0" algn="ctr">
              <a:lnSpc>
                <a:spcPct val="90000"/>
              </a:lnSpc>
              <a:spcBef>
                <a:spcPts val="0"/>
              </a:spcBef>
              <a:spcAft>
                <a:spcPts val="0"/>
              </a:spcAft>
              <a:buClr>
                <a:srgbClr val="000061"/>
              </a:buClr>
              <a:buSzPts val="3300"/>
              <a:buFont typeface="Arial"/>
              <a:buNone/>
              <a:defRPr b="1" sz="3300">
                <a:solidFill>
                  <a:srgbClr val="000061"/>
                </a:solidFill>
                <a:latin typeface="Arial"/>
                <a:ea typeface="Arial"/>
                <a:cs typeface="Arial"/>
                <a:sym typeface="Arial"/>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72" name="Google Shape;72;p16"/>
          <p:cNvSpPr txBox="1"/>
          <p:nvPr>
            <p:ph idx="1" type="body"/>
          </p:nvPr>
        </p:nvSpPr>
        <p:spPr>
          <a:xfrm>
            <a:off x="623888" y="3442098"/>
            <a:ext cx="7886700" cy="1125140"/>
          </a:xfrm>
          <a:prstGeom prst="rect">
            <a:avLst/>
          </a:prstGeom>
          <a:noFill/>
          <a:ln>
            <a:noFill/>
          </a:ln>
        </p:spPr>
        <p:txBody>
          <a:bodyPr anchorCtr="0" anchor="t" bIns="17150" lIns="34275" spcFirstLastPara="1" rIns="34275" wrap="square" tIns="17150">
            <a:normAutofit/>
          </a:bodyPr>
          <a:lstStyle>
            <a:lvl1pPr indent="-228600" lvl="0" marL="457200" algn="ctr">
              <a:lnSpc>
                <a:spcPct val="90000"/>
              </a:lnSpc>
              <a:spcBef>
                <a:spcPts val="800"/>
              </a:spcBef>
              <a:spcAft>
                <a:spcPts val="0"/>
              </a:spcAft>
              <a:buClr>
                <a:srgbClr val="C91D23"/>
              </a:buClr>
              <a:buSzPts val="2300"/>
              <a:buNone/>
              <a:defRPr b="0" sz="2300">
                <a:solidFill>
                  <a:srgbClr val="C91D23"/>
                </a:solidFill>
                <a:latin typeface="Arial"/>
                <a:ea typeface="Arial"/>
                <a:cs typeface="Arial"/>
                <a:sym typeface="Aria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3" name="Google Shape;73;p16"/>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74" name="Google Shape;74;p16"/>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75" name="Google Shape;75;p16"/>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6" name="Shape 76"/>
        <p:cNvGrpSpPr/>
        <p:nvPr/>
      </p:nvGrpSpPr>
      <p:grpSpPr>
        <a:xfrm>
          <a:off x="0" y="0"/>
          <a:ext cx="0" cy="0"/>
          <a:chOff x="0" y="0"/>
          <a:chExt cx="0" cy="0"/>
        </a:xfrm>
      </p:grpSpPr>
      <p:sp>
        <p:nvSpPr>
          <p:cNvPr id="77" name="Google Shape;77;p17"/>
          <p:cNvSpPr txBox="1"/>
          <p:nvPr>
            <p:ph type="title"/>
          </p:nvPr>
        </p:nvSpPr>
        <p:spPr>
          <a:xfrm>
            <a:off x="628650" y="273844"/>
            <a:ext cx="7886700" cy="994172"/>
          </a:xfrm>
          <a:prstGeom prst="rect">
            <a:avLst/>
          </a:prstGeom>
          <a:noFill/>
          <a:ln>
            <a:noFill/>
          </a:ln>
        </p:spPr>
        <p:txBody>
          <a:bodyPr anchorCtr="0" anchor="ctr" bIns="17150" lIns="34275" spcFirstLastPara="1" rIns="34275" wrap="square" tIns="17150">
            <a:normAutofit/>
          </a:bodyPr>
          <a:lstStyle>
            <a:lvl1pPr lvl="0" algn="l">
              <a:lnSpc>
                <a:spcPct val="90000"/>
              </a:lnSpc>
              <a:spcBef>
                <a:spcPts val="0"/>
              </a:spcBef>
              <a:spcAft>
                <a:spcPts val="0"/>
              </a:spcAft>
              <a:buClr>
                <a:schemeClr val="dk1"/>
              </a:buClr>
              <a:buSzPts val="700"/>
              <a:buNone/>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78" name="Google Shape;78;p17"/>
          <p:cNvSpPr txBox="1"/>
          <p:nvPr>
            <p:ph idx="1" type="body"/>
          </p:nvPr>
        </p:nvSpPr>
        <p:spPr>
          <a:xfrm>
            <a:off x="628650" y="1369219"/>
            <a:ext cx="3886200" cy="3263504"/>
          </a:xfrm>
          <a:prstGeom prst="rect">
            <a:avLst/>
          </a:prstGeom>
          <a:noFill/>
          <a:ln>
            <a:noFill/>
          </a:ln>
        </p:spPr>
        <p:txBody>
          <a:bodyPr anchorCtr="0" anchor="t" bIns="17150" lIns="34275" spcFirstLastPara="1" rIns="34275" wrap="square" tIns="17150">
            <a:normAutofit/>
          </a:bodyPr>
          <a:lstStyle>
            <a:lvl1pPr indent="-273050" lvl="0" marL="457200" algn="l">
              <a:lnSpc>
                <a:spcPct val="90000"/>
              </a:lnSpc>
              <a:spcBef>
                <a:spcPts val="800"/>
              </a:spcBef>
              <a:spcAft>
                <a:spcPts val="0"/>
              </a:spcAft>
              <a:buClr>
                <a:schemeClr val="dk1"/>
              </a:buClr>
              <a:buSzPts val="700"/>
              <a:buChar char="•"/>
              <a:defRPr/>
            </a:lvl1pPr>
            <a:lvl2pPr indent="-273050" lvl="1" marL="914400" algn="l">
              <a:lnSpc>
                <a:spcPct val="90000"/>
              </a:lnSpc>
              <a:spcBef>
                <a:spcPts val="400"/>
              </a:spcBef>
              <a:spcAft>
                <a:spcPts val="0"/>
              </a:spcAft>
              <a:buClr>
                <a:schemeClr val="dk1"/>
              </a:buClr>
              <a:buSzPts val="700"/>
              <a:buChar char="•"/>
              <a:defRPr/>
            </a:lvl2pPr>
            <a:lvl3pPr indent="-273050" lvl="2" marL="1371600" algn="l">
              <a:lnSpc>
                <a:spcPct val="90000"/>
              </a:lnSpc>
              <a:spcBef>
                <a:spcPts val="400"/>
              </a:spcBef>
              <a:spcAft>
                <a:spcPts val="0"/>
              </a:spcAft>
              <a:buClr>
                <a:schemeClr val="dk1"/>
              </a:buClr>
              <a:buSzPts val="700"/>
              <a:buChar char="•"/>
              <a:defRPr/>
            </a:lvl3pPr>
            <a:lvl4pPr indent="-273050" lvl="3" marL="1828800" algn="l">
              <a:lnSpc>
                <a:spcPct val="90000"/>
              </a:lnSpc>
              <a:spcBef>
                <a:spcPts val="400"/>
              </a:spcBef>
              <a:spcAft>
                <a:spcPts val="0"/>
              </a:spcAft>
              <a:buClr>
                <a:schemeClr val="dk1"/>
              </a:buClr>
              <a:buSzPts val="700"/>
              <a:buChar char="•"/>
              <a:defRPr/>
            </a:lvl4pPr>
            <a:lvl5pPr indent="-273050" lvl="4" marL="2286000" algn="l">
              <a:lnSpc>
                <a:spcPct val="90000"/>
              </a:lnSpc>
              <a:spcBef>
                <a:spcPts val="400"/>
              </a:spcBef>
              <a:spcAft>
                <a:spcPts val="0"/>
              </a:spcAft>
              <a:buClr>
                <a:schemeClr val="dk1"/>
              </a:buClr>
              <a:buSzPts val="700"/>
              <a:buChar char="•"/>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79" name="Google Shape;79;p17"/>
          <p:cNvSpPr txBox="1"/>
          <p:nvPr>
            <p:ph idx="2" type="body"/>
          </p:nvPr>
        </p:nvSpPr>
        <p:spPr>
          <a:xfrm>
            <a:off x="4629150" y="1369219"/>
            <a:ext cx="3886200" cy="3263504"/>
          </a:xfrm>
          <a:prstGeom prst="rect">
            <a:avLst/>
          </a:prstGeom>
          <a:noFill/>
          <a:ln>
            <a:noFill/>
          </a:ln>
        </p:spPr>
        <p:txBody>
          <a:bodyPr anchorCtr="0" anchor="t" bIns="17150" lIns="34275" spcFirstLastPara="1" rIns="34275" wrap="square" tIns="17150">
            <a:normAutofit/>
          </a:bodyPr>
          <a:lstStyle>
            <a:lvl1pPr indent="-273050" lvl="0" marL="457200" algn="l">
              <a:lnSpc>
                <a:spcPct val="90000"/>
              </a:lnSpc>
              <a:spcBef>
                <a:spcPts val="800"/>
              </a:spcBef>
              <a:spcAft>
                <a:spcPts val="0"/>
              </a:spcAft>
              <a:buClr>
                <a:schemeClr val="dk1"/>
              </a:buClr>
              <a:buSzPts val="700"/>
              <a:buChar char="•"/>
              <a:defRPr/>
            </a:lvl1pPr>
            <a:lvl2pPr indent="-273050" lvl="1" marL="914400" algn="l">
              <a:lnSpc>
                <a:spcPct val="90000"/>
              </a:lnSpc>
              <a:spcBef>
                <a:spcPts val="400"/>
              </a:spcBef>
              <a:spcAft>
                <a:spcPts val="0"/>
              </a:spcAft>
              <a:buClr>
                <a:schemeClr val="dk1"/>
              </a:buClr>
              <a:buSzPts val="700"/>
              <a:buChar char="•"/>
              <a:defRPr/>
            </a:lvl2pPr>
            <a:lvl3pPr indent="-273050" lvl="2" marL="1371600" algn="l">
              <a:lnSpc>
                <a:spcPct val="90000"/>
              </a:lnSpc>
              <a:spcBef>
                <a:spcPts val="400"/>
              </a:spcBef>
              <a:spcAft>
                <a:spcPts val="0"/>
              </a:spcAft>
              <a:buClr>
                <a:schemeClr val="dk1"/>
              </a:buClr>
              <a:buSzPts val="700"/>
              <a:buChar char="•"/>
              <a:defRPr/>
            </a:lvl3pPr>
            <a:lvl4pPr indent="-273050" lvl="3" marL="1828800" algn="l">
              <a:lnSpc>
                <a:spcPct val="90000"/>
              </a:lnSpc>
              <a:spcBef>
                <a:spcPts val="400"/>
              </a:spcBef>
              <a:spcAft>
                <a:spcPts val="0"/>
              </a:spcAft>
              <a:buClr>
                <a:schemeClr val="dk1"/>
              </a:buClr>
              <a:buSzPts val="700"/>
              <a:buChar char="•"/>
              <a:defRPr/>
            </a:lvl4pPr>
            <a:lvl5pPr indent="-273050" lvl="4" marL="2286000" algn="l">
              <a:lnSpc>
                <a:spcPct val="90000"/>
              </a:lnSpc>
              <a:spcBef>
                <a:spcPts val="400"/>
              </a:spcBef>
              <a:spcAft>
                <a:spcPts val="0"/>
              </a:spcAft>
              <a:buClr>
                <a:schemeClr val="dk1"/>
              </a:buClr>
              <a:buSzPts val="700"/>
              <a:buChar char="•"/>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80" name="Google Shape;80;p17"/>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81" name="Google Shape;81;p17"/>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82" name="Google Shape;82;p17"/>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3" name="Shape 83"/>
        <p:cNvGrpSpPr/>
        <p:nvPr/>
      </p:nvGrpSpPr>
      <p:grpSpPr>
        <a:xfrm>
          <a:off x="0" y="0"/>
          <a:ext cx="0" cy="0"/>
          <a:chOff x="0" y="0"/>
          <a:chExt cx="0" cy="0"/>
        </a:xfrm>
      </p:grpSpPr>
      <p:sp>
        <p:nvSpPr>
          <p:cNvPr id="84" name="Google Shape;84;p18"/>
          <p:cNvSpPr txBox="1"/>
          <p:nvPr>
            <p:ph type="title"/>
          </p:nvPr>
        </p:nvSpPr>
        <p:spPr>
          <a:xfrm>
            <a:off x="629841" y="273844"/>
            <a:ext cx="7886700" cy="994172"/>
          </a:xfrm>
          <a:prstGeom prst="rect">
            <a:avLst/>
          </a:prstGeom>
          <a:noFill/>
          <a:ln>
            <a:noFill/>
          </a:ln>
        </p:spPr>
        <p:txBody>
          <a:bodyPr anchorCtr="0" anchor="ctr" bIns="17150" lIns="34275" spcFirstLastPara="1" rIns="34275" wrap="square" tIns="17150">
            <a:normAutofit/>
          </a:bodyPr>
          <a:lstStyle>
            <a:lvl1pPr lvl="0" algn="l">
              <a:lnSpc>
                <a:spcPct val="90000"/>
              </a:lnSpc>
              <a:spcBef>
                <a:spcPts val="0"/>
              </a:spcBef>
              <a:spcAft>
                <a:spcPts val="0"/>
              </a:spcAft>
              <a:buClr>
                <a:schemeClr val="dk1"/>
              </a:buClr>
              <a:buSzPts val="700"/>
              <a:buNone/>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85" name="Google Shape;85;p18"/>
          <p:cNvSpPr txBox="1"/>
          <p:nvPr>
            <p:ph idx="1" type="body"/>
          </p:nvPr>
        </p:nvSpPr>
        <p:spPr>
          <a:xfrm>
            <a:off x="629841" y="1260872"/>
            <a:ext cx="3868340" cy="617934"/>
          </a:xfrm>
          <a:prstGeom prst="rect">
            <a:avLst/>
          </a:prstGeom>
          <a:noFill/>
          <a:ln>
            <a:noFill/>
          </a:ln>
        </p:spPr>
        <p:txBody>
          <a:bodyPr anchorCtr="0" anchor="b" bIns="17150" lIns="34275" spcFirstLastPara="1" rIns="34275" wrap="square" tIns="17150">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2" type="body"/>
          </p:nvPr>
        </p:nvSpPr>
        <p:spPr>
          <a:xfrm>
            <a:off x="629841" y="1878806"/>
            <a:ext cx="3868340" cy="2763441"/>
          </a:xfrm>
          <a:prstGeom prst="rect">
            <a:avLst/>
          </a:prstGeom>
          <a:noFill/>
          <a:ln>
            <a:noFill/>
          </a:ln>
        </p:spPr>
        <p:txBody>
          <a:bodyPr anchorCtr="0" anchor="t" bIns="17150" lIns="34275" spcFirstLastPara="1" rIns="34275" wrap="square" tIns="17150">
            <a:normAutofit/>
          </a:bodyPr>
          <a:lstStyle>
            <a:lvl1pPr indent="-273050" lvl="0" marL="457200" algn="l">
              <a:lnSpc>
                <a:spcPct val="90000"/>
              </a:lnSpc>
              <a:spcBef>
                <a:spcPts val="800"/>
              </a:spcBef>
              <a:spcAft>
                <a:spcPts val="0"/>
              </a:spcAft>
              <a:buClr>
                <a:schemeClr val="dk1"/>
              </a:buClr>
              <a:buSzPts val="700"/>
              <a:buChar char="•"/>
              <a:defRPr/>
            </a:lvl1pPr>
            <a:lvl2pPr indent="-273050" lvl="1" marL="914400" algn="l">
              <a:lnSpc>
                <a:spcPct val="90000"/>
              </a:lnSpc>
              <a:spcBef>
                <a:spcPts val="400"/>
              </a:spcBef>
              <a:spcAft>
                <a:spcPts val="0"/>
              </a:spcAft>
              <a:buClr>
                <a:schemeClr val="dk1"/>
              </a:buClr>
              <a:buSzPts val="700"/>
              <a:buChar char="•"/>
              <a:defRPr/>
            </a:lvl2pPr>
            <a:lvl3pPr indent="-273050" lvl="2" marL="1371600" algn="l">
              <a:lnSpc>
                <a:spcPct val="90000"/>
              </a:lnSpc>
              <a:spcBef>
                <a:spcPts val="400"/>
              </a:spcBef>
              <a:spcAft>
                <a:spcPts val="0"/>
              </a:spcAft>
              <a:buClr>
                <a:schemeClr val="dk1"/>
              </a:buClr>
              <a:buSzPts val="700"/>
              <a:buChar char="•"/>
              <a:defRPr/>
            </a:lvl3pPr>
            <a:lvl4pPr indent="-273050" lvl="3" marL="1828800" algn="l">
              <a:lnSpc>
                <a:spcPct val="90000"/>
              </a:lnSpc>
              <a:spcBef>
                <a:spcPts val="400"/>
              </a:spcBef>
              <a:spcAft>
                <a:spcPts val="0"/>
              </a:spcAft>
              <a:buClr>
                <a:schemeClr val="dk1"/>
              </a:buClr>
              <a:buSzPts val="700"/>
              <a:buChar char="•"/>
              <a:defRPr/>
            </a:lvl4pPr>
            <a:lvl5pPr indent="-273050" lvl="4" marL="2286000" algn="l">
              <a:lnSpc>
                <a:spcPct val="90000"/>
              </a:lnSpc>
              <a:spcBef>
                <a:spcPts val="400"/>
              </a:spcBef>
              <a:spcAft>
                <a:spcPts val="0"/>
              </a:spcAft>
              <a:buClr>
                <a:schemeClr val="dk1"/>
              </a:buClr>
              <a:buSzPts val="700"/>
              <a:buChar char="•"/>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87" name="Google Shape;87;p18"/>
          <p:cNvSpPr txBox="1"/>
          <p:nvPr>
            <p:ph idx="3" type="body"/>
          </p:nvPr>
        </p:nvSpPr>
        <p:spPr>
          <a:xfrm>
            <a:off x="4629150" y="1260872"/>
            <a:ext cx="3887391" cy="617934"/>
          </a:xfrm>
          <a:prstGeom prst="rect">
            <a:avLst/>
          </a:prstGeom>
          <a:noFill/>
          <a:ln>
            <a:noFill/>
          </a:ln>
        </p:spPr>
        <p:txBody>
          <a:bodyPr anchorCtr="0" anchor="b" bIns="17150" lIns="34275" spcFirstLastPara="1" rIns="34275" wrap="square" tIns="17150">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8" name="Google Shape;88;p18"/>
          <p:cNvSpPr txBox="1"/>
          <p:nvPr>
            <p:ph idx="4" type="body"/>
          </p:nvPr>
        </p:nvSpPr>
        <p:spPr>
          <a:xfrm>
            <a:off x="4629150" y="1878806"/>
            <a:ext cx="3887391" cy="2763441"/>
          </a:xfrm>
          <a:prstGeom prst="rect">
            <a:avLst/>
          </a:prstGeom>
          <a:noFill/>
          <a:ln>
            <a:noFill/>
          </a:ln>
        </p:spPr>
        <p:txBody>
          <a:bodyPr anchorCtr="0" anchor="t" bIns="17150" lIns="34275" spcFirstLastPara="1" rIns="34275" wrap="square" tIns="17150">
            <a:normAutofit/>
          </a:bodyPr>
          <a:lstStyle>
            <a:lvl1pPr indent="-273050" lvl="0" marL="457200" algn="l">
              <a:lnSpc>
                <a:spcPct val="90000"/>
              </a:lnSpc>
              <a:spcBef>
                <a:spcPts val="800"/>
              </a:spcBef>
              <a:spcAft>
                <a:spcPts val="0"/>
              </a:spcAft>
              <a:buClr>
                <a:schemeClr val="dk1"/>
              </a:buClr>
              <a:buSzPts val="700"/>
              <a:buChar char="•"/>
              <a:defRPr/>
            </a:lvl1pPr>
            <a:lvl2pPr indent="-273050" lvl="1" marL="914400" algn="l">
              <a:lnSpc>
                <a:spcPct val="90000"/>
              </a:lnSpc>
              <a:spcBef>
                <a:spcPts val="400"/>
              </a:spcBef>
              <a:spcAft>
                <a:spcPts val="0"/>
              </a:spcAft>
              <a:buClr>
                <a:schemeClr val="dk1"/>
              </a:buClr>
              <a:buSzPts val="700"/>
              <a:buChar char="•"/>
              <a:defRPr/>
            </a:lvl2pPr>
            <a:lvl3pPr indent="-273050" lvl="2" marL="1371600" algn="l">
              <a:lnSpc>
                <a:spcPct val="90000"/>
              </a:lnSpc>
              <a:spcBef>
                <a:spcPts val="400"/>
              </a:spcBef>
              <a:spcAft>
                <a:spcPts val="0"/>
              </a:spcAft>
              <a:buClr>
                <a:schemeClr val="dk1"/>
              </a:buClr>
              <a:buSzPts val="700"/>
              <a:buChar char="•"/>
              <a:defRPr/>
            </a:lvl3pPr>
            <a:lvl4pPr indent="-273050" lvl="3" marL="1828800" algn="l">
              <a:lnSpc>
                <a:spcPct val="90000"/>
              </a:lnSpc>
              <a:spcBef>
                <a:spcPts val="400"/>
              </a:spcBef>
              <a:spcAft>
                <a:spcPts val="0"/>
              </a:spcAft>
              <a:buClr>
                <a:schemeClr val="dk1"/>
              </a:buClr>
              <a:buSzPts val="700"/>
              <a:buChar char="•"/>
              <a:defRPr/>
            </a:lvl4pPr>
            <a:lvl5pPr indent="-273050" lvl="4" marL="2286000" algn="l">
              <a:lnSpc>
                <a:spcPct val="90000"/>
              </a:lnSpc>
              <a:spcBef>
                <a:spcPts val="400"/>
              </a:spcBef>
              <a:spcAft>
                <a:spcPts val="0"/>
              </a:spcAft>
              <a:buClr>
                <a:schemeClr val="dk1"/>
              </a:buClr>
              <a:buSzPts val="700"/>
              <a:buChar char="•"/>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89" name="Google Shape;89;p18"/>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90" name="Google Shape;90;p18"/>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91" name="Google Shape;91;p18"/>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19"/>
          <p:cNvSpPr txBox="1"/>
          <p:nvPr>
            <p:ph type="title"/>
          </p:nvPr>
        </p:nvSpPr>
        <p:spPr>
          <a:xfrm>
            <a:off x="628650" y="273844"/>
            <a:ext cx="7886700" cy="994172"/>
          </a:xfrm>
          <a:prstGeom prst="rect">
            <a:avLst/>
          </a:prstGeom>
          <a:noFill/>
          <a:ln>
            <a:noFill/>
          </a:ln>
        </p:spPr>
        <p:txBody>
          <a:bodyPr anchorCtr="0" anchor="ctr" bIns="17150" lIns="34275" spcFirstLastPara="1" rIns="34275" wrap="square" tIns="17150">
            <a:normAutofit/>
          </a:bodyPr>
          <a:lstStyle>
            <a:lvl1pPr lvl="0" algn="l">
              <a:lnSpc>
                <a:spcPct val="90000"/>
              </a:lnSpc>
              <a:spcBef>
                <a:spcPts val="0"/>
              </a:spcBef>
              <a:spcAft>
                <a:spcPts val="0"/>
              </a:spcAft>
              <a:buClr>
                <a:schemeClr val="dk1"/>
              </a:buClr>
              <a:buSzPts val="700"/>
              <a:buNone/>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94" name="Google Shape;94;p19"/>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95" name="Google Shape;95;p19"/>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96" name="Google Shape;96;p19"/>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20"/>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99" name="Google Shape;99;p20"/>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00" name="Google Shape;100;p20"/>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1" name="Shape 101"/>
        <p:cNvGrpSpPr/>
        <p:nvPr/>
      </p:nvGrpSpPr>
      <p:grpSpPr>
        <a:xfrm>
          <a:off x="0" y="0"/>
          <a:ext cx="0" cy="0"/>
          <a:chOff x="0" y="0"/>
          <a:chExt cx="0" cy="0"/>
        </a:xfrm>
      </p:grpSpPr>
      <p:sp>
        <p:nvSpPr>
          <p:cNvPr id="102" name="Google Shape;102;p21"/>
          <p:cNvSpPr txBox="1"/>
          <p:nvPr>
            <p:ph type="title"/>
          </p:nvPr>
        </p:nvSpPr>
        <p:spPr>
          <a:xfrm>
            <a:off x="629841" y="342900"/>
            <a:ext cx="2949178" cy="1200150"/>
          </a:xfrm>
          <a:prstGeom prst="rect">
            <a:avLst/>
          </a:prstGeom>
          <a:noFill/>
          <a:ln>
            <a:noFill/>
          </a:ln>
        </p:spPr>
        <p:txBody>
          <a:bodyPr anchorCtr="0" anchor="b" bIns="17150" lIns="34275" spcFirstLastPara="1" rIns="34275" wrap="square" tIns="1715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03" name="Google Shape;103;p21"/>
          <p:cNvSpPr txBox="1"/>
          <p:nvPr>
            <p:ph idx="1" type="body"/>
          </p:nvPr>
        </p:nvSpPr>
        <p:spPr>
          <a:xfrm>
            <a:off x="3887391" y="740569"/>
            <a:ext cx="4629150" cy="3655219"/>
          </a:xfrm>
          <a:prstGeom prst="rect">
            <a:avLst/>
          </a:prstGeom>
          <a:noFill/>
          <a:ln>
            <a:noFill/>
          </a:ln>
        </p:spPr>
        <p:txBody>
          <a:bodyPr anchorCtr="0" anchor="t" bIns="17150" lIns="34275" spcFirstLastPara="1" rIns="34275" wrap="square" tIns="17150">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4" name="Google Shape;104;p21"/>
          <p:cNvSpPr txBox="1"/>
          <p:nvPr>
            <p:ph idx="2" type="body"/>
          </p:nvPr>
        </p:nvSpPr>
        <p:spPr>
          <a:xfrm>
            <a:off x="629841" y="1543050"/>
            <a:ext cx="2949178" cy="2858691"/>
          </a:xfrm>
          <a:prstGeom prst="rect">
            <a:avLst/>
          </a:prstGeom>
          <a:noFill/>
          <a:ln>
            <a:noFill/>
          </a:ln>
        </p:spPr>
        <p:txBody>
          <a:bodyPr anchorCtr="0" anchor="t" bIns="17150" lIns="34275" spcFirstLastPara="1" rIns="34275" wrap="square" tIns="171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5" name="Google Shape;105;p21"/>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06" name="Google Shape;106;p21"/>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07" name="Google Shape;107;p21"/>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8" name="Shape 108"/>
        <p:cNvGrpSpPr/>
        <p:nvPr/>
      </p:nvGrpSpPr>
      <p:grpSpPr>
        <a:xfrm>
          <a:off x="0" y="0"/>
          <a:ext cx="0" cy="0"/>
          <a:chOff x="0" y="0"/>
          <a:chExt cx="0" cy="0"/>
        </a:xfrm>
      </p:grpSpPr>
      <p:sp>
        <p:nvSpPr>
          <p:cNvPr id="109" name="Google Shape;109;p22"/>
          <p:cNvSpPr txBox="1"/>
          <p:nvPr>
            <p:ph type="title"/>
          </p:nvPr>
        </p:nvSpPr>
        <p:spPr>
          <a:xfrm>
            <a:off x="629841" y="342900"/>
            <a:ext cx="2949178" cy="1200150"/>
          </a:xfrm>
          <a:prstGeom prst="rect">
            <a:avLst/>
          </a:prstGeom>
          <a:noFill/>
          <a:ln>
            <a:noFill/>
          </a:ln>
        </p:spPr>
        <p:txBody>
          <a:bodyPr anchorCtr="0" anchor="b" bIns="17150" lIns="34275" spcFirstLastPara="1" rIns="34275" wrap="square" tIns="1715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10" name="Google Shape;110;p22"/>
          <p:cNvSpPr/>
          <p:nvPr>
            <p:ph idx="2" type="pic"/>
          </p:nvPr>
        </p:nvSpPr>
        <p:spPr>
          <a:xfrm>
            <a:off x="3887391" y="740569"/>
            <a:ext cx="4629150" cy="3655219"/>
          </a:xfrm>
          <a:prstGeom prst="rect">
            <a:avLst/>
          </a:prstGeom>
          <a:noFill/>
          <a:ln>
            <a:noFill/>
          </a:ln>
        </p:spPr>
      </p:sp>
      <p:sp>
        <p:nvSpPr>
          <p:cNvPr id="111" name="Google Shape;111;p22"/>
          <p:cNvSpPr txBox="1"/>
          <p:nvPr>
            <p:ph idx="1" type="body"/>
          </p:nvPr>
        </p:nvSpPr>
        <p:spPr>
          <a:xfrm>
            <a:off x="629841" y="1543050"/>
            <a:ext cx="2949178" cy="2858691"/>
          </a:xfrm>
          <a:prstGeom prst="rect">
            <a:avLst/>
          </a:prstGeom>
          <a:noFill/>
          <a:ln>
            <a:noFill/>
          </a:ln>
        </p:spPr>
        <p:txBody>
          <a:bodyPr anchorCtr="0" anchor="t" bIns="17150" lIns="34275" spcFirstLastPara="1" rIns="34275" wrap="square" tIns="171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2" name="Google Shape;112;p22"/>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13" name="Google Shape;113;p22"/>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14" name="Google Shape;114;p22"/>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5" name="Shape 115"/>
        <p:cNvGrpSpPr/>
        <p:nvPr/>
      </p:nvGrpSpPr>
      <p:grpSpPr>
        <a:xfrm>
          <a:off x="0" y="0"/>
          <a:ext cx="0" cy="0"/>
          <a:chOff x="0" y="0"/>
          <a:chExt cx="0" cy="0"/>
        </a:xfrm>
      </p:grpSpPr>
      <p:sp>
        <p:nvSpPr>
          <p:cNvPr id="116" name="Google Shape;116;p23"/>
          <p:cNvSpPr txBox="1"/>
          <p:nvPr>
            <p:ph type="title"/>
          </p:nvPr>
        </p:nvSpPr>
        <p:spPr>
          <a:xfrm>
            <a:off x="628650" y="273844"/>
            <a:ext cx="7886700" cy="994172"/>
          </a:xfrm>
          <a:prstGeom prst="rect">
            <a:avLst/>
          </a:prstGeom>
          <a:noFill/>
          <a:ln>
            <a:noFill/>
          </a:ln>
        </p:spPr>
        <p:txBody>
          <a:bodyPr anchorCtr="0" anchor="ctr" bIns="17150" lIns="34275" spcFirstLastPara="1" rIns="34275" wrap="square" tIns="17150">
            <a:normAutofit/>
          </a:bodyPr>
          <a:lstStyle>
            <a:lvl1pPr lvl="0" algn="l">
              <a:lnSpc>
                <a:spcPct val="90000"/>
              </a:lnSpc>
              <a:spcBef>
                <a:spcPts val="0"/>
              </a:spcBef>
              <a:spcAft>
                <a:spcPts val="0"/>
              </a:spcAft>
              <a:buClr>
                <a:schemeClr val="dk1"/>
              </a:buClr>
              <a:buSzPts val="700"/>
              <a:buNone/>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17" name="Google Shape;117;p23"/>
          <p:cNvSpPr txBox="1"/>
          <p:nvPr>
            <p:ph idx="1" type="body"/>
          </p:nvPr>
        </p:nvSpPr>
        <p:spPr>
          <a:xfrm rot="5400000">
            <a:off x="2940248" y="-942379"/>
            <a:ext cx="3263504" cy="7886700"/>
          </a:xfrm>
          <a:prstGeom prst="rect">
            <a:avLst/>
          </a:prstGeom>
          <a:noFill/>
          <a:ln>
            <a:noFill/>
          </a:ln>
        </p:spPr>
        <p:txBody>
          <a:bodyPr anchorCtr="0" anchor="t" bIns="17150" lIns="34275" spcFirstLastPara="1" rIns="34275" wrap="square" tIns="17150">
            <a:normAutofit/>
          </a:bodyPr>
          <a:lstStyle>
            <a:lvl1pPr indent="-273050" lvl="0" marL="457200" algn="l">
              <a:lnSpc>
                <a:spcPct val="90000"/>
              </a:lnSpc>
              <a:spcBef>
                <a:spcPts val="800"/>
              </a:spcBef>
              <a:spcAft>
                <a:spcPts val="0"/>
              </a:spcAft>
              <a:buClr>
                <a:schemeClr val="dk1"/>
              </a:buClr>
              <a:buSzPts val="700"/>
              <a:buChar char="•"/>
              <a:defRPr/>
            </a:lvl1pPr>
            <a:lvl2pPr indent="-273050" lvl="1" marL="914400" algn="l">
              <a:lnSpc>
                <a:spcPct val="90000"/>
              </a:lnSpc>
              <a:spcBef>
                <a:spcPts val="400"/>
              </a:spcBef>
              <a:spcAft>
                <a:spcPts val="0"/>
              </a:spcAft>
              <a:buClr>
                <a:schemeClr val="dk1"/>
              </a:buClr>
              <a:buSzPts val="700"/>
              <a:buChar char="•"/>
              <a:defRPr/>
            </a:lvl2pPr>
            <a:lvl3pPr indent="-273050" lvl="2" marL="1371600" algn="l">
              <a:lnSpc>
                <a:spcPct val="90000"/>
              </a:lnSpc>
              <a:spcBef>
                <a:spcPts val="400"/>
              </a:spcBef>
              <a:spcAft>
                <a:spcPts val="0"/>
              </a:spcAft>
              <a:buClr>
                <a:schemeClr val="dk1"/>
              </a:buClr>
              <a:buSzPts val="700"/>
              <a:buChar char="•"/>
              <a:defRPr/>
            </a:lvl3pPr>
            <a:lvl4pPr indent="-273050" lvl="3" marL="1828800" algn="l">
              <a:lnSpc>
                <a:spcPct val="90000"/>
              </a:lnSpc>
              <a:spcBef>
                <a:spcPts val="400"/>
              </a:spcBef>
              <a:spcAft>
                <a:spcPts val="0"/>
              </a:spcAft>
              <a:buClr>
                <a:schemeClr val="dk1"/>
              </a:buClr>
              <a:buSzPts val="700"/>
              <a:buChar char="•"/>
              <a:defRPr/>
            </a:lvl4pPr>
            <a:lvl5pPr indent="-273050" lvl="4" marL="2286000" algn="l">
              <a:lnSpc>
                <a:spcPct val="90000"/>
              </a:lnSpc>
              <a:spcBef>
                <a:spcPts val="400"/>
              </a:spcBef>
              <a:spcAft>
                <a:spcPts val="0"/>
              </a:spcAft>
              <a:buClr>
                <a:schemeClr val="dk1"/>
              </a:buClr>
              <a:buSzPts val="700"/>
              <a:buChar char="•"/>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118" name="Google Shape;118;p23"/>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19" name="Google Shape;119;p23"/>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20" name="Google Shape;120;p23"/>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1" name="Shape 121"/>
        <p:cNvGrpSpPr/>
        <p:nvPr/>
      </p:nvGrpSpPr>
      <p:grpSpPr>
        <a:xfrm>
          <a:off x="0" y="0"/>
          <a:ext cx="0" cy="0"/>
          <a:chOff x="0" y="0"/>
          <a:chExt cx="0" cy="0"/>
        </a:xfrm>
      </p:grpSpPr>
      <p:sp>
        <p:nvSpPr>
          <p:cNvPr id="122" name="Google Shape;122;p24"/>
          <p:cNvSpPr txBox="1"/>
          <p:nvPr>
            <p:ph type="title"/>
          </p:nvPr>
        </p:nvSpPr>
        <p:spPr>
          <a:xfrm rot="5400000">
            <a:off x="5350073" y="1467445"/>
            <a:ext cx="4358879" cy="1971675"/>
          </a:xfrm>
          <a:prstGeom prst="rect">
            <a:avLst/>
          </a:prstGeom>
          <a:noFill/>
          <a:ln>
            <a:noFill/>
          </a:ln>
        </p:spPr>
        <p:txBody>
          <a:bodyPr anchorCtr="0" anchor="ctr" bIns="17150" lIns="34275" spcFirstLastPara="1" rIns="34275" wrap="square" tIns="17150">
            <a:normAutofit/>
          </a:bodyPr>
          <a:lstStyle>
            <a:lvl1pPr lvl="0" algn="l">
              <a:lnSpc>
                <a:spcPct val="90000"/>
              </a:lnSpc>
              <a:spcBef>
                <a:spcPts val="0"/>
              </a:spcBef>
              <a:spcAft>
                <a:spcPts val="0"/>
              </a:spcAft>
              <a:buClr>
                <a:schemeClr val="dk1"/>
              </a:buClr>
              <a:buSzPts val="700"/>
              <a:buNone/>
              <a:defRPr/>
            </a:lvl1pPr>
            <a:lvl2pPr lvl="1">
              <a:spcBef>
                <a:spcPts val="0"/>
              </a:spcBef>
              <a:spcAft>
                <a:spcPts val="0"/>
              </a:spcAft>
              <a:buSzPts val="500"/>
              <a:buNone/>
              <a:defRPr/>
            </a:lvl2pPr>
            <a:lvl3pPr lvl="2">
              <a:spcBef>
                <a:spcPts val="0"/>
              </a:spcBef>
              <a:spcAft>
                <a:spcPts val="0"/>
              </a:spcAft>
              <a:buSzPts val="500"/>
              <a:buNone/>
              <a:defRPr/>
            </a:lvl3pPr>
            <a:lvl4pPr lvl="3">
              <a:spcBef>
                <a:spcPts val="0"/>
              </a:spcBef>
              <a:spcAft>
                <a:spcPts val="0"/>
              </a:spcAft>
              <a:buSzPts val="500"/>
              <a:buNone/>
              <a:defRPr/>
            </a:lvl4pPr>
            <a:lvl5pPr lvl="4">
              <a:spcBef>
                <a:spcPts val="0"/>
              </a:spcBef>
              <a:spcAft>
                <a:spcPts val="0"/>
              </a:spcAft>
              <a:buSzPts val="500"/>
              <a:buNone/>
              <a:defRPr/>
            </a:lvl5pPr>
            <a:lvl6pPr lvl="5">
              <a:spcBef>
                <a:spcPts val="0"/>
              </a:spcBef>
              <a:spcAft>
                <a:spcPts val="0"/>
              </a:spcAft>
              <a:buSzPts val="500"/>
              <a:buNone/>
              <a:defRPr/>
            </a:lvl6pPr>
            <a:lvl7pPr lvl="6">
              <a:spcBef>
                <a:spcPts val="0"/>
              </a:spcBef>
              <a:spcAft>
                <a:spcPts val="0"/>
              </a:spcAft>
              <a:buSzPts val="500"/>
              <a:buNone/>
              <a:defRPr/>
            </a:lvl7pPr>
            <a:lvl8pPr lvl="7">
              <a:spcBef>
                <a:spcPts val="0"/>
              </a:spcBef>
              <a:spcAft>
                <a:spcPts val="0"/>
              </a:spcAft>
              <a:buSzPts val="500"/>
              <a:buNone/>
              <a:defRPr/>
            </a:lvl8pPr>
            <a:lvl9pPr lvl="8">
              <a:spcBef>
                <a:spcPts val="0"/>
              </a:spcBef>
              <a:spcAft>
                <a:spcPts val="0"/>
              </a:spcAft>
              <a:buSzPts val="500"/>
              <a:buNone/>
              <a:defRPr/>
            </a:lvl9pPr>
          </a:lstStyle>
          <a:p/>
        </p:txBody>
      </p:sp>
      <p:sp>
        <p:nvSpPr>
          <p:cNvPr id="123" name="Google Shape;123;p24"/>
          <p:cNvSpPr txBox="1"/>
          <p:nvPr>
            <p:ph idx="1" type="body"/>
          </p:nvPr>
        </p:nvSpPr>
        <p:spPr>
          <a:xfrm rot="5400000">
            <a:off x="1349573" y="-447080"/>
            <a:ext cx="4358879" cy="5800725"/>
          </a:xfrm>
          <a:prstGeom prst="rect">
            <a:avLst/>
          </a:prstGeom>
          <a:noFill/>
          <a:ln>
            <a:noFill/>
          </a:ln>
        </p:spPr>
        <p:txBody>
          <a:bodyPr anchorCtr="0" anchor="t" bIns="17150" lIns="34275" spcFirstLastPara="1" rIns="34275" wrap="square" tIns="17150">
            <a:normAutofit/>
          </a:bodyPr>
          <a:lstStyle>
            <a:lvl1pPr indent="-273050" lvl="0" marL="457200" algn="l">
              <a:lnSpc>
                <a:spcPct val="90000"/>
              </a:lnSpc>
              <a:spcBef>
                <a:spcPts val="800"/>
              </a:spcBef>
              <a:spcAft>
                <a:spcPts val="0"/>
              </a:spcAft>
              <a:buClr>
                <a:schemeClr val="dk1"/>
              </a:buClr>
              <a:buSzPts val="700"/>
              <a:buChar char="•"/>
              <a:defRPr/>
            </a:lvl1pPr>
            <a:lvl2pPr indent="-273050" lvl="1" marL="914400" algn="l">
              <a:lnSpc>
                <a:spcPct val="90000"/>
              </a:lnSpc>
              <a:spcBef>
                <a:spcPts val="400"/>
              </a:spcBef>
              <a:spcAft>
                <a:spcPts val="0"/>
              </a:spcAft>
              <a:buClr>
                <a:schemeClr val="dk1"/>
              </a:buClr>
              <a:buSzPts val="700"/>
              <a:buChar char="•"/>
              <a:defRPr/>
            </a:lvl2pPr>
            <a:lvl3pPr indent="-273050" lvl="2" marL="1371600" algn="l">
              <a:lnSpc>
                <a:spcPct val="90000"/>
              </a:lnSpc>
              <a:spcBef>
                <a:spcPts val="400"/>
              </a:spcBef>
              <a:spcAft>
                <a:spcPts val="0"/>
              </a:spcAft>
              <a:buClr>
                <a:schemeClr val="dk1"/>
              </a:buClr>
              <a:buSzPts val="700"/>
              <a:buChar char="•"/>
              <a:defRPr/>
            </a:lvl3pPr>
            <a:lvl4pPr indent="-273050" lvl="3" marL="1828800" algn="l">
              <a:lnSpc>
                <a:spcPct val="90000"/>
              </a:lnSpc>
              <a:spcBef>
                <a:spcPts val="400"/>
              </a:spcBef>
              <a:spcAft>
                <a:spcPts val="0"/>
              </a:spcAft>
              <a:buClr>
                <a:schemeClr val="dk1"/>
              </a:buClr>
              <a:buSzPts val="700"/>
              <a:buChar char="•"/>
              <a:defRPr/>
            </a:lvl4pPr>
            <a:lvl5pPr indent="-273050" lvl="4" marL="2286000" algn="l">
              <a:lnSpc>
                <a:spcPct val="90000"/>
              </a:lnSpc>
              <a:spcBef>
                <a:spcPts val="400"/>
              </a:spcBef>
              <a:spcAft>
                <a:spcPts val="0"/>
              </a:spcAft>
              <a:buClr>
                <a:schemeClr val="dk1"/>
              </a:buClr>
              <a:buSzPts val="700"/>
              <a:buChar char="•"/>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124" name="Google Shape;124;p24"/>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algn="l">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25" name="Google Shape;125;p24"/>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algn="ctr">
              <a:spcBef>
                <a:spcPts val="0"/>
              </a:spcBef>
              <a:spcAft>
                <a:spcPts val="0"/>
              </a:spcAft>
              <a:buSzPts val="500"/>
              <a:buNone/>
              <a:defRPr/>
            </a:lvl1pPr>
            <a:lvl2pPr lvl="1" algn="l">
              <a:spcBef>
                <a:spcPts val="0"/>
              </a:spcBef>
              <a:spcAft>
                <a:spcPts val="0"/>
              </a:spcAft>
              <a:buSzPts val="500"/>
              <a:buNone/>
              <a:defRPr/>
            </a:lvl2pPr>
            <a:lvl3pPr lvl="2" algn="l">
              <a:spcBef>
                <a:spcPts val="0"/>
              </a:spcBef>
              <a:spcAft>
                <a:spcPts val="0"/>
              </a:spcAft>
              <a:buSzPts val="500"/>
              <a:buNone/>
              <a:defRPr/>
            </a:lvl3pPr>
            <a:lvl4pPr lvl="3" algn="l">
              <a:spcBef>
                <a:spcPts val="0"/>
              </a:spcBef>
              <a:spcAft>
                <a:spcPts val="0"/>
              </a:spcAft>
              <a:buSzPts val="500"/>
              <a:buNone/>
              <a:defRPr/>
            </a:lvl4pPr>
            <a:lvl5pPr lvl="4" algn="l">
              <a:spcBef>
                <a:spcPts val="0"/>
              </a:spcBef>
              <a:spcAft>
                <a:spcPts val="0"/>
              </a:spcAft>
              <a:buSzPts val="500"/>
              <a:buNone/>
              <a:defRPr/>
            </a:lvl5pPr>
            <a:lvl6pPr lvl="5" algn="l">
              <a:spcBef>
                <a:spcPts val="0"/>
              </a:spcBef>
              <a:spcAft>
                <a:spcPts val="0"/>
              </a:spcAft>
              <a:buSzPts val="500"/>
              <a:buNone/>
              <a:defRPr/>
            </a:lvl6pPr>
            <a:lvl7pPr lvl="6" algn="l">
              <a:spcBef>
                <a:spcPts val="0"/>
              </a:spcBef>
              <a:spcAft>
                <a:spcPts val="0"/>
              </a:spcAft>
              <a:buSzPts val="500"/>
              <a:buNone/>
              <a:defRPr/>
            </a:lvl7pPr>
            <a:lvl8pPr lvl="7" algn="l">
              <a:spcBef>
                <a:spcPts val="0"/>
              </a:spcBef>
              <a:spcAft>
                <a:spcPts val="0"/>
              </a:spcAft>
              <a:buSzPts val="500"/>
              <a:buNone/>
              <a:defRPr/>
            </a:lvl8pPr>
            <a:lvl9pPr lvl="8" algn="l">
              <a:spcBef>
                <a:spcPts val="0"/>
              </a:spcBef>
              <a:spcAft>
                <a:spcPts val="0"/>
              </a:spcAft>
              <a:buSzPts val="500"/>
              <a:buNone/>
              <a:defRPr/>
            </a:lvl9pPr>
          </a:lstStyle>
          <a:p/>
        </p:txBody>
      </p:sp>
      <p:sp>
        <p:nvSpPr>
          <p:cNvPr id="126" name="Google Shape;126;p24"/>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52" name="Google Shape;52;p13"/>
          <p:cNvSpPr txBox="1"/>
          <p:nvPr>
            <p:ph type="title"/>
          </p:nvPr>
        </p:nvSpPr>
        <p:spPr>
          <a:xfrm>
            <a:off x="628650" y="273844"/>
            <a:ext cx="7886700" cy="994172"/>
          </a:xfrm>
          <a:prstGeom prst="rect">
            <a:avLst/>
          </a:prstGeom>
          <a:noFill/>
          <a:ln>
            <a:noFill/>
          </a:ln>
        </p:spPr>
        <p:txBody>
          <a:bodyPr anchorCtr="0" anchor="ctr" bIns="17150" lIns="34275" spcFirstLastPara="1" rIns="34275" wrap="square" tIns="1715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500"/>
              <a:buNone/>
              <a:defRPr sz="700"/>
            </a:lvl2pPr>
            <a:lvl3pPr lvl="2">
              <a:spcBef>
                <a:spcPts val="0"/>
              </a:spcBef>
              <a:spcAft>
                <a:spcPts val="0"/>
              </a:spcAft>
              <a:buSzPts val="500"/>
              <a:buNone/>
              <a:defRPr sz="700"/>
            </a:lvl3pPr>
            <a:lvl4pPr lvl="3">
              <a:spcBef>
                <a:spcPts val="0"/>
              </a:spcBef>
              <a:spcAft>
                <a:spcPts val="0"/>
              </a:spcAft>
              <a:buSzPts val="500"/>
              <a:buNone/>
              <a:defRPr sz="700"/>
            </a:lvl4pPr>
            <a:lvl5pPr lvl="4">
              <a:spcBef>
                <a:spcPts val="0"/>
              </a:spcBef>
              <a:spcAft>
                <a:spcPts val="0"/>
              </a:spcAft>
              <a:buSzPts val="500"/>
              <a:buNone/>
              <a:defRPr sz="700"/>
            </a:lvl5pPr>
            <a:lvl6pPr lvl="5">
              <a:spcBef>
                <a:spcPts val="0"/>
              </a:spcBef>
              <a:spcAft>
                <a:spcPts val="0"/>
              </a:spcAft>
              <a:buSzPts val="500"/>
              <a:buNone/>
              <a:defRPr sz="700"/>
            </a:lvl6pPr>
            <a:lvl7pPr lvl="6">
              <a:spcBef>
                <a:spcPts val="0"/>
              </a:spcBef>
              <a:spcAft>
                <a:spcPts val="0"/>
              </a:spcAft>
              <a:buSzPts val="500"/>
              <a:buNone/>
              <a:defRPr sz="700"/>
            </a:lvl7pPr>
            <a:lvl8pPr lvl="7">
              <a:spcBef>
                <a:spcPts val="0"/>
              </a:spcBef>
              <a:spcAft>
                <a:spcPts val="0"/>
              </a:spcAft>
              <a:buSzPts val="500"/>
              <a:buNone/>
              <a:defRPr sz="700"/>
            </a:lvl8pPr>
            <a:lvl9pPr lvl="8">
              <a:spcBef>
                <a:spcPts val="0"/>
              </a:spcBef>
              <a:spcAft>
                <a:spcPts val="0"/>
              </a:spcAft>
              <a:buSzPts val="500"/>
              <a:buNone/>
              <a:defRPr sz="700"/>
            </a:lvl9pPr>
          </a:lstStyle>
          <a:p/>
        </p:txBody>
      </p:sp>
      <p:sp>
        <p:nvSpPr>
          <p:cNvPr id="53" name="Google Shape;53;p13"/>
          <p:cNvSpPr txBox="1"/>
          <p:nvPr>
            <p:ph idx="1" type="body"/>
          </p:nvPr>
        </p:nvSpPr>
        <p:spPr>
          <a:xfrm>
            <a:off x="628650" y="1369219"/>
            <a:ext cx="7886700" cy="3263504"/>
          </a:xfrm>
          <a:prstGeom prst="rect">
            <a:avLst/>
          </a:prstGeom>
          <a:noFill/>
          <a:ln>
            <a:noFill/>
          </a:ln>
        </p:spPr>
        <p:txBody>
          <a:bodyPr anchorCtr="0" anchor="t" bIns="17150" lIns="34275" spcFirstLastPara="1" rIns="34275" wrap="square" tIns="17150">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0" type="dt"/>
          </p:nvPr>
        </p:nvSpPr>
        <p:spPr>
          <a:xfrm>
            <a:off x="628650" y="4767263"/>
            <a:ext cx="2057400" cy="273844"/>
          </a:xfrm>
          <a:prstGeom prst="rect">
            <a:avLst/>
          </a:prstGeom>
          <a:noFill/>
          <a:ln>
            <a:noFill/>
          </a:ln>
        </p:spPr>
        <p:txBody>
          <a:bodyPr anchorCtr="0" anchor="ctr" bIns="17150" lIns="34275" spcFirstLastPara="1" rIns="34275" wrap="square" tIns="17150">
            <a:noAutofit/>
          </a:bodyPr>
          <a:lstStyle>
            <a:lvl1pPr lvl="0" marR="0" rtl="0" algn="l">
              <a:spcBef>
                <a:spcPts val="0"/>
              </a:spcBef>
              <a:spcAft>
                <a:spcPts val="0"/>
              </a:spcAft>
              <a:buSzPts val="5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1" type="ftr"/>
          </p:nvPr>
        </p:nvSpPr>
        <p:spPr>
          <a:xfrm>
            <a:off x="3028950" y="4767263"/>
            <a:ext cx="3086100" cy="273844"/>
          </a:xfrm>
          <a:prstGeom prst="rect">
            <a:avLst/>
          </a:prstGeom>
          <a:noFill/>
          <a:ln>
            <a:noFill/>
          </a:ln>
        </p:spPr>
        <p:txBody>
          <a:bodyPr anchorCtr="0" anchor="ctr" bIns="17150" lIns="34275" spcFirstLastPara="1" rIns="34275" wrap="square" tIns="17150">
            <a:noAutofit/>
          </a:bodyPr>
          <a:lstStyle>
            <a:lvl1pPr lvl="0" marR="0" rtl="0" algn="ctr">
              <a:spcBef>
                <a:spcPts val="0"/>
              </a:spcBef>
              <a:spcAft>
                <a:spcPts val="0"/>
              </a:spcAft>
              <a:buSzPts val="5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500"/>
              <a:buNone/>
              <a:defRPr b="0" i="0" sz="1400" u="none" cap="none" strike="noStrike">
                <a:solidFill>
                  <a:schemeClr val="dk1"/>
                </a:solidFill>
                <a:latin typeface="Calibri"/>
                <a:ea typeface="Calibri"/>
                <a:cs typeface="Calibri"/>
                <a:sym typeface="Calibri"/>
              </a:defRPr>
            </a:lvl9pPr>
          </a:lstStyle>
          <a:p/>
        </p:txBody>
      </p:sp>
      <p:sp>
        <p:nvSpPr>
          <p:cNvPr id="56" name="Google Shape;56;p13"/>
          <p:cNvSpPr txBox="1"/>
          <p:nvPr>
            <p:ph idx="12" type="sldNum"/>
          </p:nvPr>
        </p:nvSpPr>
        <p:spPr>
          <a:xfrm>
            <a:off x="6457950" y="4767263"/>
            <a:ext cx="2057400" cy="273844"/>
          </a:xfrm>
          <a:prstGeom prst="rect">
            <a:avLst/>
          </a:prstGeom>
          <a:noFill/>
          <a:ln>
            <a:noFill/>
          </a:ln>
        </p:spPr>
        <p:txBody>
          <a:bodyPr anchorCtr="0" anchor="ctr" bIns="17150" lIns="34275" spcFirstLastPara="1" rIns="34275" wrap="square" tIns="1715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nvSpPr>
        <p:spPr>
          <a:xfrm>
            <a:off x="356943" y="2000440"/>
            <a:ext cx="4647482" cy="1142621"/>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2400" u="none" cap="none" strike="noStrike">
                <a:solidFill>
                  <a:srgbClr val="171616"/>
                </a:solidFill>
                <a:latin typeface="Arial"/>
                <a:ea typeface="Arial"/>
                <a:cs typeface="Arial"/>
                <a:sym typeface="Arial"/>
              </a:rPr>
              <a:t>Text summarization</a:t>
            </a:r>
            <a:endParaRPr sz="500"/>
          </a:p>
          <a:p>
            <a:pPr indent="0" lvl="0" marL="0" marR="0" rtl="0" algn="ctr">
              <a:spcBef>
                <a:spcPts val="0"/>
              </a:spcBef>
              <a:spcAft>
                <a:spcPts val="0"/>
              </a:spcAft>
              <a:buNone/>
            </a:pPr>
            <a:r>
              <a:t/>
            </a:r>
            <a:endParaRPr b="1" i="0" sz="2400" u="none" cap="none" strike="noStrike">
              <a:solidFill>
                <a:srgbClr val="171616"/>
              </a:solidFill>
              <a:latin typeface="Arial"/>
              <a:ea typeface="Arial"/>
              <a:cs typeface="Arial"/>
              <a:sym typeface="Arial"/>
            </a:endParaRPr>
          </a:p>
          <a:p>
            <a:pPr indent="0" lvl="0" marL="0" marR="0" rtl="0" algn="ctr">
              <a:spcBef>
                <a:spcPts val="0"/>
              </a:spcBef>
              <a:spcAft>
                <a:spcPts val="0"/>
              </a:spcAft>
              <a:buNone/>
            </a:pPr>
            <a:r>
              <a:rPr b="0" i="0" lang="en" sz="2400" u="none" cap="none" strike="noStrike">
                <a:solidFill>
                  <a:srgbClr val="171616"/>
                </a:solidFill>
                <a:latin typeface="Arial"/>
                <a:ea typeface="Arial"/>
                <a:cs typeface="Arial"/>
                <a:sym typeface="Arial"/>
              </a:rPr>
              <a:t>Deep learning Project</a:t>
            </a:r>
            <a:endParaRPr sz="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p:nvPr/>
        </p:nvSpPr>
        <p:spPr>
          <a:xfrm>
            <a:off x="372000" y="1309272"/>
            <a:ext cx="4200000" cy="4350000"/>
          </a:xfrm>
          <a:prstGeom prst="rect">
            <a:avLst/>
          </a:prstGeom>
          <a:noFill/>
          <a:ln>
            <a:noFill/>
          </a:ln>
        </p:spPr>
        <p:txBody>
          <a:bodyPr anchorCtr="0" anchor="t" bIns="17150" lIns="34275" spcFirstLastPara="1" rIns="34275" wrap="square" tIns="17150">
            <a:noAutofit/>
          </a:bodyPr>
          <a:lstStyle/>
          <a:p>
            <a:pPr indent="0" lvl="0" marL="0" marR="0" rtl="0" algn="l">
              <a:spcBef>
                <a:spcPts val="0"/>
              </a:spcBef>
              <a:spcAft>
                <a:spcPts val="0"/>
              </a:spcAft>
              <a:buNone/>
            </a:pPr>
            <a:r>
              <a:rPr b="1" i="0" lang="en" sz="1200" u="none" cap="none" strike="noStrike">
                <a:solidFill>
                  <a:srgbClr val="C00000"/>
                </a:solidFill>
                <a:latin typeface="Calibri"/>
                <a:ea typeface="Calibri"/>
                <a:cs typeface="Calibri"/>
                <a:sym typeface="Calibri"/>
              </a:rPr>
              <a:t>The Challenge</a:t>
            </a:r>
            <a:endParaRPr sz="500"/>
          </a:p>
          <a:p>
            <a:pPr indent="0" lvl="0" marL="0" marR="0" rtl="0" algn="l">
              <a:spcBef>
                <a:spcPts val="100"/>
              </a:spcBef>
              <a:spcAft>
                <a:spcPts val="0"/>
              </a:spcAft>
              <a:buNone/>
            </a:pPr>
            <a:r>
              <a:rPr b="0" i="0" lang="en" sz="1200" u="none" cap="none" strike="noStrike">
                <a:solidFill>
                  <a:srgbClr val="333333"/>
                </a:solidFill>
                <a:latin typeface="Calibri"/>
                <a:ea typeface="Calibri"/>
                <a:cs typeface="Calibri"/>
                <a:sym typeface="Calibri"/>
              </a:rPr>
              <a:t>The modern world produces an overwhelming volume of text every day. News articles, research papers, and reports are too long for people to consume fully, creating an information overload problem.</a:t>
            </a:r>
            <a:endParaRPr sz="500"/>
          </a:p>
          <a:p>
            <a:pPr indent="0" lvl="0" marL="0" marR="0" rtl="0" algn="l">
              <a:spcBef>
                <a:spcPts val="200"/>
              </a:spcBef>
              <a:spcAft>
                <a:spcPts val="0"/>
              </a:spcAft>
              <a:buNone/>
            </a:pPr>
            <a:r>
              <a:t/>
            </a:r>
            <a:endParaRPr b="0" i="0" sz="1200" u="none" cap="none" strike="noStrike">
              <a:solidFill>
                <a:srgbClr val="333333"/>
              </a:solidFill>
              <a:latin typeface="Calibri"/>
              <a:ea typeface="Calibri"/>
              <a:cs typeface="Calibri"/>
              <a:sym typeface="Calibri"/>
            </a:endParaRPr>
          </a:p>
          <a:p>
            <a:pPr indent="0" lvl="0" marL="0" marR="0" rtl="0" algn="l">
              <a:spcBef>
                <a:spcPts val="200"/>
              </a:spcBef>
              <a:spcAft>
                <a:spcPts val="0"/>
              </a:spcAft>
              <a:buNone/>
            </a:pPr>
            <a:r>
              <a:t/>
            </a:r>
            <a:endParaRPr b="0" i="0" sz="1200" u="none" cap="none" strike="noStrike">
              <a:solidFill>
                <a:srgbClr val="333333"/>
              </a:solidFill>
              <a:latin typeface="Calibri"/>
              <a:ea typeface="Calibri"/>
              <a:cs typeface="Calibri"/>
              <a:sym typeface="Calibri"/>
            </a:endParaRPr>
          </a:p>
          <a:p>
            <a:pPr indent="0" lvl="0" marL="0" marR="0" rtl="0" algn="l">
              <a:spcBef>
                <a:spcPts val="300"/>
              </a:spcBef>
              <a:spcAft>
                <a:spcPts val="0"/>
              </a:spcAft>
              <a:buNone/>
            </a:pPr>
            <a:r>
              <a:rPr b="1" i="0" lang="en" sz="1200" u="none" cap="none" strike="noStrike">
                <a:solidFill>
                  <a:srgbClr val="C00000"/>
                </a:solidFill>
                <a:latin typeface="Calibri"/>
                <a:ea typeface="Calibri"/>
                <a:cs typeface="Calibri"/>
                <a:sym typeface="Calibri"/>
              </a:rPr>
              <a:t>Our Goal</a:t>
            </a:r>
            <a:endParaRPr sz="500"/>
          </a:p>
          <a:p>
            <a:pPr indent="0" lvl="0" marL="0" marR="0" rtl="0" algn="l">
              <a:spcBef>
                <a:spcPts val="100"/>
              </a:spcBef>
              <a:spcAft>
                <a:spcPts val="0"/>
              </a:spcAft>
              <a:buNone/>
            </a:pPr>
            <a:r>
              <a:rPr b="0" i="0" lang="en" sz="1200" u="none" cap="none" strike="noStrike">
                <a:solidFill>
                  <a:srgbClr val="333333"/>
                </a:solidFill>
                <a:latin typeface="Calibri"/>
                <a:ea typeface="Calibri"/>
                <a:cs typeface="Calibri"/>
                <a:sym typeface="Calibri"/>
              </a:rPr>
              <a:t>Build a Text Summarization system using a small Transformer model that automatically condenses long news articles into concise, accurate, and fluent summaries.</a:t>
            </a:r>
            <a:endParaRPr sz="500"/>
          </a:p>
        </p:txBody>
      </p:sp>
      <p:sp>
        <p:nvSpPr>
          <p:cNvPr id="138" name="Google Shape;138;p26"/>
          <p:cNvSpPr/>
          <p:nvPr/>
        </p:nvSpPr>
        <p:spPr>
          <a:xfrm>
            <a:off x="5705121" y="688425"/>
            <a:ext cx="2625000" cy="1125000"/>
          </a:xfrm>
          <a:prstGeom prst="roundRect">
            <a:avLst>
              <a:gd fmla="val 16667" name="adj"/>
            </a:avLst>
          </a:prstGeom>
          <a:solidFill>
            <a:srgbClr val="002060"/>
          </a:solidFill>
          <a:ln>
            <a:noFill/>
          </a:ln>
        </p:spPr>
        <p:txBody>
          <a:bodyPr anchorCtr="0" anchor="ctr" bIns="17150" lIns="34275" spcFirstLastPara="1" rIns="34275" wrap="square" tIns="17150">
            <a:noAutofit/>
          </a:bodyPr>
          <a:lstStyle/>
          <a:p>
            <a:pPr indent="0" lvl="0" marL="0" marR="0" rtl="0" algn="ctr">
              <a:spcBef>
                <a:spcPts val="0"/>
              </a:spcBef>
              <a:spcAft>
                <a:spcPts val="0"/>
              </a:spcAft>
              <a:buNone/>
            </a:pPr>
            <a:r>
              <a:rPr b="1" i="0" lang="en" sz="2000" u="none" cap="none" strike="noStrike">
                <a:solidFill>
                  <a:srgbClr val="FFFFFF"/>
                </a:solidFill>
                <a:latin typeface="Calibri"/>
                <a:ea typeface="Calibri"/>
                <a:cs typeface="Calibri"/>
                <a:sym typeface="Calibri"/>
              </a:rPr>
              <a:t>2.5M+</a:t>
            </a:r>
            <a:endParaRPr sz="500"/>
          </a:p>
          <a:p>
            <a:pPr indent="0" lvl="0" marL="0" marR="0" rtl="0" algn="ctr">
              <a:spcBef>
                <a:spcPts val="0"/>
              </a:spcBef>
              <a:spcAft>
                <a:spcPts val="0"/>
              </a:spcAft>
              <a:buNone/>
            </a:pPr>
            <a:r>
              <a:rPr b="0" i="0" lang="en" sz="700" u="none" cap="none" strike="noStrike">
                <a:solidFill>
                  <a:srgbClr val="BDD7EE"/>
                </a:solidFill>
                <a:latin typeface="Calibri"/>
                <a:ea typeface="Calibri"/>
                <a:cs typeface="Calibri"/>
                <a:sym typeface="Calibri"/>
              </a:rPr>
              <a:t>news articles published daily</a:t>
            </a:r>
            <a:endParaRPr sz="500"/>
          </a:p>
        </p:txBody>
      </p:sp>
      <p:sp>
        <p:nvSpPr>
          <p:cNvPr id="139" name="Google Shape;139;p26"/>
          <p:cNvSpPr/>
          <p:nvPr/>
        </p:nvSpPr>
        <p:spPr>
          <a:xfrm>
            <a:off x="5758247" y="1900463"/>
            <a:ext cx="2625000" cy="1125000"/>
          </a:xfrm>
          <a:prstGeom prst="roundRect">
            <a:avLst>
              <a:gd fmla="val 16667" name="adj"/>
            </a:avLst>
          </a:prstGeom>
          <a:solidFill>
            <a:srgbClr val="C00000"/>
          </a:solidFill>
          <a:ln>
            <a:noFill/>
          </a:ln>
        </p:spPr>
        <p:txBody>
          <a:bodyPr anchorCtr="0" anchor="ctr" bIns="17150" lIns="34275" spcFirstLastPara="1" rIns="34275" wrap="square" tIns="17150">
            <a:noAutofit/>
          </a:bodyPr>
          <a:lstStyle/>
          <a:p>
            <a:pPr indent="0" lvl="0" marL="0" marR="0" rtl="0" algn="ctr">
              <a:spcBef>
                <a:spcPts val="0"/>
              </a:spcBef>
              <a:spcAft>
                <a:spcPts val="0"/>
              </a:spcAft>
              <a:buNone/>
            </a:pPr>
            <a:r>
              <a:rPr b="1" i="0" lang="en" sz="2000" u="none" cap="none" strike="noStrike">
                <a:solidFill>
                  <a:srgbClr val="FFFFFF"/>
                </a:solidFill>
                <a:latin typeface="Calibri"/>
                <a:ea typeface="Calibri"/>
                <a:cs typeface="Calibri"/>
                <a:sym typeface="Calibri"/>
              </a:rPr>
              <a:t>15 min</a:t>
            </a:r>
            <a:endParaRPr sz="500"/>
          </a:p>
          <a:p>
            <a:pPr indent="0" lvl="0" marL="0" marR="0" rtl="0" algn="ctr">
              <a:spcBef>
                <a:spcPts val="0"/>
              </a:spcBef>
              <a:spcAft>
                <a:spcPts val="0"/>
              </a:spcAft>
              <a:buNone/>
            </a:pPr>
            <a:r>
              <a:rPr b="0" i="0" lang="en" sz="700" u="none" cap="none" strike="noStrike">
                <a:solidFill>
                  <a:srgbClr val="FFFFFF"/>
                </a:solidFill>
                <a:latin typeface="Calibri"/>
                <a:ea typeface="Calibri"/>
                <a:cs typeface="Calibri"/>
                <a:sym typeface="Calibri"/>
              </a:rPr>
              <a:t>avg. time to read a full article</a:t>
            </a:r>
            <a:endParaRPr sz="500"/>
          </a:p>
        </p:txBody>
      </p:sp>
      <p:sp>
        <p:nvSpPr>
          <p:cNvPr id="140" name="Google Shape;140;p26"/>
          <p:cNvSpPr/>
          <p:nvPr/>
        </p:nvSpPr>
        <p:spPr>
          <a:xfrm>
            <a:off x="5758247" y="3112500"/>
            <a:ext cx="2625000" cy="1125000"/>
          </a:xfrm>
          <a:prstGeom prst="roundRect">
            <a:avLst>
              <a:gd fmla="val 16667" name="adj"/>
            </a:avLst>
          </a:prstGeom>
          <a:solidFill>
            <a:srgbClr val="1F4E79"/>
          </a:solidFill>
          <a:ln>
            <a:noFill/>
          </a:ln>
        </p:spPr>
        <p:txBody>
          <a:bodyPr anchorCtr="0" anchor="ctr" bIns="17150" lIns="34275" spcFirstLastPara="1" rIns="34275" wrap="square" tIns="17150">
            <a:noAutofit/>
          </a:bodyPr>
          <a:lstStyle/>
          <a:p>
            <a:pPr indent="0" lvl="0" marL="0" marR="0" rtl="0" algn="ctr">
              <a:spcBef>
                <a:spcPts val="0"/>
              </a:spcBef>
              <a:spcAft>
                <a:spcPts val="0"/>
              </a:spcAft>
              <a:buNone/>
            </a:pPr>
            <a:r>
              <a:rPr b="1" i="0" lang="en" sz="2000" u="none" cap="none" strike="noStrike">
                <a:solidFill>
                  <a:srgbClr val="FFFFFF"/>
                </a:solidFill>
                <a:latin typeface="Calibri"/>
                <a:ea typeface="Calibri"/>
                <a:cs typeface="Calibri"/>
                <a:sym typeface="Calibri"/>
              </a:rPr>
              <a:t>~80%</a:t>
            </a:r>
            <a:endParaRPr sz="500"/>
          </a:p>
          <a:p>
            <a:pPr indent="0" lvl="0" marL="0" marR="0" rtl="0" algn="ctr">
              <a:spcBef>
                <a:spcPts val="0"/>
              </a:spcBef>
              <a:spcAft>
                <a:spcPts val="0"/>
              </a:spcAft>
              <a:buNone/>
            </a:pPr>
            <a:r>
              <a:rPr b="0" i="0" lang="en" sz="700" u="none" cap="none" strike="noStrike">
                <a:solidFill>
                  <a:srgbClr val="BDD7EE"/>
                </a:solidFill>
                <a:latin typeface="Calibri"/>
                <a:ea typeface="Calibri"/>
                <a:cs typeface="Calibri"/>
                <a:sym typeface="Calibri"/>
              </a:rPr>
              <a:t>reading time saved with summarization</a:t>
            </a:r>
            <a:endParaRPr sz="500"/>
          </a:p>
        </p:txBody>
      </p:sp>
      <p:sp>
        <p:nvSpPr>
          <p:cNvPr id="141" name="Google Shape;141;p26"/>
          <p:cNvSpPr txBox="1"/>
          <p:nvPr/>
        </p:nvSpPr>
        <p:spPr>
          <a:xfrm>
            <a:off x="1915181" y="402532"/>
            <a:ext cx="4647482" cy="242374"/>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chemeClr val="dk1"/>
                </a:solidFill>
                <a:latin typeface="Calibri"/>
                <a:ea typeface="Calibri"/>
                <a:cs typeface="Calibri"/>
                <a:sym typeface="Calibri"/>
              </a:rPr>
              <a:t>Problem</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p:nvPr/>
        </p:nvSpPr>
        <p:spPr>
          <a:xfrm>
            <a:off x="171450" y="1575000"/>
            <a:ext cx="2512500" cy="1162500"/>
          </a:xfrm>
          <a:prstGeom prst="roundRect">
            <a:avLst>
              <a:gd fmla="val 10000" name="adj"/>
            </a:avLst>
          </a:prstGeom>
          <a:solidFill>
            <a:srgbClr val="002060"/>
          </a:solidFill>
          <a:ln>
            <a:noFill/>
          </a:ln>
        </p:spPr>
        <p:txBody>
          <a:bodyPr anchorCtr="0" anchor="t" bIns="17150" lIns="34275" spcFirstLastPara="1" rIns="34275" wrap="square" tIns="17150">
            <a:noAutofit/>
          </a:bodyPr>
          <a:lstStyle/>
          <a:p>
            <a:pPr indent="0" lvl="0" marL="0" marR="0" rtl="0" algn="ctr">
              <a:spcBef>
                <a:spcPts val="0"/>
              </a:spcBef>
              <a:spcAft>
                <a:spcPts val="0"/>
              </a:spcAft>
              <a:buNone/>
            </a:pPr>
            <a:r>
              <a:rPr b="1" i="0" lang="en" sz="900" u="none" cap="none" strike="noStrike">
                <a:solidFill>
                  <a:srgbClr val="F9D342"/>
                </a:solidFill>
                <a:latin typeface="Calibri"/>
                <a:ea typeface="Calibri"/>
                <a:cs typeface="Calibri"/>
                <a:sym typeface="Calibri"/>
              </a:rPr>
              <a:t>Source</a:t>
            </a:r>
            <a:endParaRPr sz="500"/>
          </a:p>
          <a:p>
            <a:pPr indent="0" lvl="0" marL="0" marR="0" rtl="0" algn="ctr">
              <a:spcBef>
                <a:spcPts val="0"/>
              </a:spcBef>
              <a:spcAft>
                <a:spcPts val="0"/>
              </a:spcAft>
              <a:buNone/>
            </a:pPr>
            <a:r>
              <a:t/>
            </a:r>
            <a:endParaRPr b="1" i="0" sz="900" u="none" cap="none" strike="noStrike">
              <a:solidFill>
                <a:srgbClr val="F9D342"/>
              </a:solidFill>
              <a:latin typeface="Calibri"/>
              <a:ea typeface="Calibri"/>
              <a:cs typeface="Calibri"/>
              <a:sym typeface="Calibri"/>
            </a:endParaRPr>
          </a:p>
          <a:p>
            <a:pPr indent="0" lvl="0" marL="0" marR="0" rtl="0" algn="l">
              <a:spcBef>
                <a:spcPts val="100"/>
              </a:spcBef>
              <a:spcAft>
                <a:spcPts val="0"/>
              </a:spcAft>
              <a:buNone/>
            </a:pPr>
            <a:r>
              <a:rPr b="0" i="0" lang="en" sz="1100" u="none" cap="none" strike="noStrike">
                <a:solidFill>
                  <a:srgbClr val="FFFFFF"/>
                </a:solidFill>
                <a:latin typeface="Calibri"/>
                <a:ea typeface="Calibri"/>
                <a:cs typeface="Calibri"/>
                <a:sym typeface="Calibri"/>
              </a:rPr>
              <a:t>CNN and Daily Mail news websites. Collected by Hermann et al. (2015) and extended by See et al. (2017).</a:t>
            </a:r>
            <a:endParaRPr sz="500"/>
          </a:p>
        </p:txBody>
      </p:sp>
      <p:sp>
        <p:nvSpPr>
          <p:cNvPr id="147" name="Google Shape;147;p27"/>
          <p:cNvSpPr/>
          <p:nvPr/>
        </p:nvSpPr>
        <p:spPr>
          <a:xfrm>
            <a:off x="2775000" y="1575000"/>
            <a:ext cx="2512500" cy="1162500"/>
          </a:xfrm>
          <a:prstGeom prst="roundRect">
            <a:avLst>
              <a:gd fmla="val 10000" name="adj"/>
            </a:avLst>
          </a:prstGeom>
          <a:solidFill>
            <a:srgbClr val="C00000"/>
          </a:solidFill>
          <a:ln>
            <a:noFill/>
          </a:ln>
        </p:spPr>
        <p:txBody>
          <a:bodyPr anchorCtr="0" anchor="t" bIns="17150" lIns="34275" spcFirstLastPara="1" rIns="34275" wrap="square" tIns="17150">
            <a:noAutofit/>
          </a:bodyPr>
          <a:lstStyle/>
          <a:p>
            <a:pPr indent="0" lvl="0" marL="0" marR="0" rtl="0" algn="ctr">
              <a:spcBef>
                <a:spcPts val="0"/>
              </a:spcBef>
              <a:spcAft>
                <a:spcPts val="0"/>
              </a:spcAft>
              <a:buNone/>
            </a:pPr>
            <a:r>
              <a:rPr b="1" i="0" lang="en" sz="900" u="none" cap="none" strike="noStrike">
                <a:solidFill>
                  <a:srgbClr val="F9D342"/>
                </a:solidFill>
                <a:latin typeface="Calibri"/>
                <a:ea typeface="Calibri"/>
                <a:cs typeface="Calibri"/>
                <a:sym typeface="Calibri"/>
              </a:rPr>
              <a:t>Dataset</a:t>
            </a:r>
            <a:r>
              <a:rPr b="1" i="0" lang="en" sz="1100" u="none" cap="none" strike="noStrike">
                <a:solidFill>
                  <a:srgbClr val="F9D342"/>
                </a:solidFill>
                <a:latin typeface="Calibri"/>
                <a:ea typeface="Calibri"/>
                <a:cs typeface="Calibri"/>
                <a:sym typeface="Calibri"/>
              </a:rPr>
              <a:t> Size</a:t>
            </a:r>
            <a:endParaRPr sz="500"/>
          </a:p>
          <a:p>
            <a:pPr indent="0" lvl="0" marL="0" marR="0" rtl="0" algn="l">
              <a:spcBef>
                <a:spcPts val="0"/>
              </a:spcBef>
              <a:spcAft>
                <a:spcPts val="0"/>
              </a:spcAft>
              <a:buNone/>
            </a:pPr>
            <a:r>
              <a:t/>
            </a:r>
            <a:endParaRPr b="1" i="0" sz="600" u="none" cap="none" strike="noStrike">
              <a:solidFill>
                <a:srgbClr val="F9D342"/>
              </a:solidFill>
              <a:latin typeface="Calibri"/>
              <a:ea typeface="Calibri"/>
              <a:cs typeface="Calibri"/>
              <a:sym typeface="Calibri"/>
            </a:endParaRPr>
          </a:p>
          <a:p>
            <a:pPr indent="0" lvl="0" marL="0" marR="0" rtl="0" algn="l">
              <a:spcBef>
                <a:spcPts val="100"/>
              </a:spcBef>
              <a:spcAft>
                <a:spcPts val="0"/>
              </a:spcAft>
              <a:buNone/>
            </a:pPr>
            <a:r>
              <a:rPr b="0" i="0" lang="en" sz="1100" u="none" cap="none" strike="noStrike">
                <a:solidFill>
                  <a:srgbClr val="FFFFFF"/>
                </a:solidFill>
                <a:latin typeface="Calibri"/>
                <a:ea typeface="Calibri"/>
                <a:cs typeface="Calibri"/>
                <a:sym typeface="Calibri"/>
              </a:rPr>
              <a:t>~311,971 article-summary pairs (Train: 287k, Val: 13k, Test: 11k).</a:t>
            </a:r>
            <a:endParaRPr sz="500"/>
          </a:p>
        </p:txBody>
      </p:sp>
      <p:sp>
        <p:nvSpPr>
          <p:cNvPr id="148" name="Google Shape;148;p27"/>
          <p:cNvSpPr/>
          <p:nvPr/>
        </p:nvSpPr>
        <p:spPr>
          <a:xfrm>
            <a:off x="171450" y="2895744"/>
            <a:ext cx="2512500" cy="1275000"/>
          </a:xfrm>
          <a:prstGeom prst="roundRect">
            <a:avLst>
              <a:gd fmla="val 10000" name="adj"/>
            </a:avLst>
          </a:prstGeom>
          <a:solidFill>
            <a:srgbClr val="1F4E79"/>
          </a:solidFill>
          <a:ln>
            <a:noFill/>
          </a:ln>
        </p:spPr>
        <p:txBody>
          <a:bodyPr anchorCtr="0" anchor="t" bIns="17150" lIns="34275" spcFirstLastPara="1" rIns="34275" wrap="square" tIns="17150">
            <a:noAutofit/>
          </a:bodyPr>
          <a:lstStyle/>
          <a:p>
            <a:pPr indent="0" lvl="0" marL="0" marR="0" rtl="0" algn="ctr">
              <a:spcBef>
                <a:spcPts val="0"/>
              </a:spcBef>
              <a:spcAft>
                <a:spcPts val="0"/>
              </a:spcAft>
              <a:buNone/>
            </a:pPr>
            <a:r>
              <a:rPr b="1" i="0" lang="en" sz="900" u="none" cap="none" strike="noStrike">
                <a:solidFill>
                  <a:srgbClr val="F9D342"/>
                </a:solidFill>
                <a:latin typeface="Calibri"/>
                <a:ea typeface="Calibri"/>
                <a:cs typeface="Calibri"/>
                <a:sym typeface="Calibri"/>
              </a:rPr>
              <a:t>Input / Output</a:t>
            </a:r>
            <a:endParaRPr sz="500"/>
          </a:p>
          <a:p>
            <a:pPr indent="0" lvl="0" marL="0" marR="0" rtl="0" algn="ctr">
              <a:spcBef>
                <a:spcPts val="0"/>
              </a:spcBef>
              <a:spcAft>
                <a:spcPts val="0"/>
              </a:spcAft>
              <a:buNone/>
            </a:pPr>
            <a:r>
              <a:t/>
            </a:r>
            <a:endParaRPr b="1" i="0" sz="900" u="none" cap="none" strike="noStrike">
              <a:solidFill>
                <a:srgbClr val="F9D342"/>
              </a:solidFill>
              <a:latin typeface="Calibri"/>
              <a:ea typeface="Calibri"/>
              <a:cs typeface="Calibri"/>
              <a:sym typeface="Calibri"/>
            </a:endParaRPr>
          </a:p>
          <a:p>
            <a:pPr indent="0" lvl="0" marL="0" marR="0" rtl="0" algn="l">
              <a:spcBef>
                <a:spcPts val="100"/>
              </a:spcBef>
              <a:spcAft>
                <a:spcPts val="0"/>
              </a:spcAft>
              <a:buNone/>
            </a:pPr>
            <a:r>
              <a:rPr b="1" i="0" lang="en" sz="1100" u="none" cap="none" strike="noStrike">
                <a:solidFill>
                  <a:srgbClr val="BDD7EE"/>
                </a:solidFill>
                <a:latin typeface="Calibri"/>
                <a:ea typeface="Calibri"/>
                <a:cs typeface="Calibri"/>
                <a:sym typeface="Calibri"/>
              </a:rPr>
              <a:t>Input: </a:t>
            </a:r>
            <a:r>
              <a:rPr b="0" i="0" lang="en" sz="1100" u="none" cap="none" strike="noStrike">
                <a:solidFill>
                  <a:srgbClr val="FFFFFF"/>
                </a:solidFill>
                <a:latin typeface="Calibri"/>
                <a:ea typeface="Calibri"/>
                <a:cs typeface="Calibri"/>
                <a:sym typeface="Calibri"/>
              </a:rPr>
              <a:t>Full news article (~800 words avg)</a:t>
            </a:r>
            <a:endParaRPr sz="500"/>
          </a:p>
          <a:p>
            <a:pPr indent="0" lvl="0" marL="0" marR="0" rtl="0" algn="l">
              <a:spcBef>
                <a:spcPts val="100"/>
              </a:spcBef>
              <a:spcAft>
                <a:spcPts val="0"/>
              </a:spcAft>
              <a:buNone/>
            </a:pPr>
            <a:r>
              <a:rPr b="1" i="0" lang="en" sz="1100" u="none" cap="none" strike="noStrike">
                <a:solidFill>
                  <a:srgbClr val="BDD7EE"/>
                </a:solidFill>
                <a:latin typeface="Calibri"/>
                <a:ea typeface="Calibri"/>
                <a:cs typeface="Calibri"/>
                <a:sym typeface="Calibri"/>
              </a:rPr>
              <a:t>Output: </a:t>
            </a:r>
            <a:r>
              <a:rPr b="0" i="0" lang="en" sz="1100" u="none" cap="none" strike="noStrike">
                <a:solidFill>
                  <a:srgbClr val="FFFFFF"/>
                </a:solidFill>
                <a:latin typeface="Calibri"/>
                <a:ea typeface="Calibri"/>
                <a:cs typeface="Calibri"/>
                <a:sym typeface="Calibri"/>
              </a:rPr>
              <a:t>Bullet-point highlights (~55 words avg)</a:t>
            </a:r>
            <a:endParaRPr sz="500"/>
          </a:p>
        </p:txBody>
      </p:sp>
      <p:sp>
        <p:nvSpPr>
          <p:cNvPr id="149" name="Google Shape;149;p27"/>
          <p:cNvSpPr/>
          <p:nvPr/>
        </p:nvSpPr>
        <p:spPr>
          <a:xfrm>
            <a:off x="2775000" y="2895744"/>
            <a:ext cx="2512500" cy="1275000"/>
          </a:xfrm>
          <a:prstGeom prst="roundRect">
            <a:avLst>
              <a:gd fmla="val 10000" name="adj"/>
            </a:avLst>
          </a:prstGeom>
          <a:solidFill>
            <a:srgbClr val="375623"/>
          </a:solidFill>
          <a:ln>
            <a:noFill/>
          </a:ln>
        </p:spPr>
        <p:txBody>
          <a:bodyPr anchorCtr="0" anchor="t" bIns="17150" lIns="34275" spcFirstLastPara="1" rIns="34275" wrap="square" tIns="17150">
            <a:noAutofit/>
          </a:bodyPr>
          <a:lstStyle/>
          <a:p>
            <a:pPr indent="0" lvl="0" marL="0" marR="0" rtl="0" algn="ctr">
              <a:spcBef>
                <a:spcPts val="0"/>
              </a:spcBef>
              <a:spcAft>
                <a:spcPts val="0"/>
              </a:spcAft>
              <a:buNone/>
            </a:pPr>
            <a:r>
              <a:rPr b="1" i="0" lang="en" sz="900" u="none" cap="none" strike="noStrike">
                <a:solidFill>
                  <a:srgbClr val="F9D342"/>
                </a:solidFill>
                <a:latin typeface="Calibri"/>
                <a:ea typeface="Calibri"/>
                <a:cs typeface="Calibri"/>
                <a:sym typeface="Calibri"/>
              </a:rPr>
              <a:t>Why This Dataset?</a:t>
            </a:r>
            <a:endParaRPr sz="500"/>
          </a:p>
          <a:p>
            <a:pPr indent="0" lvl="0" marL="0" marR="0" rtl="0" algn="l">
              <a:spcBef>
                <a:spcPts val="100"/>
              </a:spcBef>
              <a:spcAft>
                <a:spcPts val="0"/>
              </a:spcAft>
              <a:buNone/>
            </a:pPr>
            <a:r>
              <a:rPr b="0" i="0" lang="en" sz="1100" u="none" cap="none" strike="noStrike">
                <a:solidFill>
                  <a:srgbClr val="FFFFFF"/>
                </a:solidFill>
                <a:latin typeface="Calibri"/>
                <a:ea typeface="Calibri"/>
                <a:cs typeface="Calibri"/>
                <a:sym typeface="Calibri"/>
              </a:rPr>
              <a:t>Industry-standard benchmark, freely available via Hugging Face, well-documented, and ideal for Transformer training.</a:t>
            </a:r>
            <a:endParaRPr sz="500"/>
          </a:p>
        </p:txBody>
      </p:sp>
      <p:sp>
        <p:nvSpPr>
          <p:cNvPr id="150" name="Google Shape;150;p27"/>
          <p:cNvSpPr/>
          <p:nvPr/>
        </p:nvSpPr>
        <p:spPr>
          <a:xfrm>
            <a:off x="5651703" y="1104822"/>
            <a:ext cx="3450000" cy="300000"/>
          </a:xfrm>
          <a:prstGeom prst="rect">
            <a:avLst/>
          </a:prstGeom>
          <a:noFill/>
          <a:ln>
            <a:noFill/>
          </a:ln>
        </p:spPr>
        <p:txBody>
          <a:bodyPr anchorCtr="0" anchor="ctr" bIns="17150" lIns="34275" spcFirstLastPara="1" rIns="34275" wrap="square" tIns="17150">
            <a:noAutofit/>
          </a:bodyPr>
          <a:lstStyle/>
          <a:p>
            <a:pPr indent="0" lvl="0" marL="0" marR="0" rtl="0" algn="ctr">
              <a:spcBef>
                <a:spcPts val="0"/>
              </a:spcBef>
              <a:spcAft>
                <a:spcPts val="0"/>
              </a:spcAft>
              <a:buNone/>
            </a:pPr>
            <a:r>
              <a:rPr b="1" i="0" lang="en" sz="1400" u="none" cap="none" strike="noStrike">
                <a:solidFill>
                  <a:srgbClr val="002060"/>
                </a:solidFill>
                <a:latin typeface="Calibri"/>
                <a:ea typeface="Calibri"/>
                <a:cs typeface="Calibri"/>
                <a:sym typeface="Calibri"/>
              </a:rPr>
              <a:t>Dataset Split Distribution</a:t>
            </a:r>
            <a:endParaRPr sz="500"/>
          </a:p>
        </p:txBody>
      </p:sp>
      <p:sp>
        <p:nvSpPr>
          <p:cNvPr id="151" name="Google Shape;151;p27"/>
          <p:cNvSpPr/>
          <p:nvPr/>
        </p:nvSpPr>
        <p:spPr>
          <a:xfrm>
            <a:off x="5989204" y="1775283"/>
            <a:ext cx="2775000" cy="600000"/>
          </a:xfrm>
          <a:prstGeom prst="rect">
            <a:avLst/>
          </a:prstGeom>
          <a:solidFill>
            <a:srgbClr val="002060"/>
          </a:solidFill>
          <a:ln>
            <a:noFill/>
          </a:ln>
        </p:spPr>
        <p:txBody>
          <a:bodyPr anchorCtr="0" anchor="ctr" bIns="17150" lIns="34275" spcFirstLastPara="1" rIns="34275" wrap="square" tIns="1715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Train   287,113 (92%)</a:t>
            </a:r>
            <a:endParaRPr sz="500"/>
          </a:p>
        </p:txBody>
      </p:sp>
      <p:sp>
        <p:nvSpPr>
          <p:cNvPr id="152" name="Google Shape;152;p27"/>
          <p:cNvSpPr/>
          <p:nvPr/>
        </p:nvSpPr>
        <p:spPr>
          <a:xfrm>
            <a:off x="5989204" y="2466764"/>
            <a:ext cx="2775000" cy="487500"/>
          </a:xfrm>
          <a:prstGeom prst="rect">
            <a:avLst/>
          </a:prstGeom>
          <a:solidFill>
            <a:srgbClr val="C00000"/>
          </a:solidFill>
          <a:ln>
            <a:noFill/>
          </a:ln>
        </p:spPr>
        <p:txBody>
          <a:bodyPr anchorCtr="0" anchor="ctr" bIns="17150" lIns="34275" spcFirstLastPara="1" rIns="34275" wrap="square" tIns="1715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Validation  13,368 (4%)</a:t>
            </a:r>
            <a:endParaRPr sz="500"/>
          </a:p>
        </p:txBody>
      </p:sp>
      <p:sp>
        <p:nvSpPr>
          <p:cNvPr id="153" name="Google Shape;153;p27"/>
          <p:cNvSpPr/>
          <p:nvPr/>
        </p:nvSpPr>
        <p:spPr>
          <a:xfrm>
            <a:off x="5989204" y="3045744"/>
            <a:ext cx="2774999" cy="487500"/>
          </a:xfrm>
          <a:prstGeom prst="rect">
            <a:avLst/>
          </a:prstGeom>
          <a:solidFill>
            <a:srgbClr val="1F4E79"/>
          </a:solidFill>
          <a:ln>
            <a:noFill/>
          </a:ln>
        </p:spPr>
        <p:txBody>
          <a:bodyPr anchorCtr="0" anchor="ctr" bIns="17150" lIns="34275" spcFirstLastPara="1" rIns="34275" wrap="square" tIns="17150">
            <a:noAutofit/>
          </a:bodyPr>
          <a:lstStyle/>
          <a:p>
            <a:pPr indent="0" lvl="0" marL="0" marR="0" rtl="0" algn="ctr">
              <a:spcBef>
                <a:spcPts val="0"/>
              </a:spcBef>
              <a:spcAft>
                <a:spcPts val="0"/>
              </a:spcAft>
              <a:buNone/>
            </a:pPr>
            <a:r>
              <a:rPr b="1" i="0" lang="en" sz="1100" u="none" cap="none" strike="noStrike">
                <a:solidFill>
                  <a:srgbClr val="FFFFFF"/>
                </a:solidFill>
                <a:latin typeface="Calibri"/>
                <a:ea typeface="Calibri"/>
                <a:cs typeface="Calibri"/>
                <a:sym typeface="Calibri"/>
              </a:rPr>
              <a:t>Test  11,490 (4%)</a:t>
            </a:r>
            <a:endParaRPr sz="500"/>
          </a:p>
        </p:txBody>
      </p:sp>
      <p:sp>
        <p:nvSpPr>
          <p:cNvPr id="154" name="Google Shape;154;p27"/>
          <p:cNvSpPr txBox="1"/>
          <p:nvPr/>
        </p:nvSpPr>
        <p:spPr>
          <a:xfrm>
            <a:off x="1828249" y="478813"/>
            <a:ext cx="4647600" cy="2424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chemeClr val="dk1"/>
                </a:solidFill>
                <a:latin typeface="Calibri"/>
                <a:ea typeface="Calibri"/>
                <a:cs typeface="Calibri"/>
                <a:sym typeface="Calibri"/>
              </a:rPr>
              <a:t>CNN/DailyMail Dataset</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nvSpPr>
        <p:spPr>
          <a:xfrm>
            <a:off x="1828249" y="478813"/>
            <a:ext cx="4647600" cy="2502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chemeClr val="dk1"/>
                </a:solidFill>
                <a:latin typeface="Calibri"/>
                <a:ea typeface="Calibri"/>
                <a:cs typeface="Calibri"/>
                <a:sym typeface="Calibri"/>
              </a:rPr>
              <a:t>CNN/DailyMail Dataset</a:t>
            </a:r>
            <a:endParaRPr b="0" i="0" sz="2500" u="none" cap="none" strike="noStrike">
              <a:solidFill>
                <a:schemeClr val="dk1"/>
              </a:solidFill>
              <a:latin typeface="Calibri"/>
              <a:ea typeface="Calibri"/>
              <a:cs typeface="Calibri"/>
              <a:sym typeface="Calibri"/>
            </a:endParaRPr>
          </a:p>
        </p:txBody>
      </p:sp>
      <p:pic>
        <p:nvPicPr>
          <p:cNvPr id="160" name="Google Shape;160;p28"/>
          <p:cNvPicPr preferRelativeResize="0"/>
          <p:nvPr/>
        </p:nvPicPr>
        <p:blipFill>
          <a:blip r:embed="rId3">
            <a:alphaModFix/>
          </a:blip>
          <a:stretch>
            <a:fillRect/>
          </a:stretch>
        </p:blipFill>
        <p:spPr>
          <a:xfrm>
            <a:off x="470975" y="770099"/>
            <a:ext cx="7984151" cy="3926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nvSpPr>
        <p:spPr>
          <a:xfrm>
            <a:off x="1828249" y="478813"/>
            <a:ext cx="4647600" cy="250200"/>
          </a:xfrm>
          <a:prstGeom prst="rect">
            <a:avLst/>
          </a:prstGeom>
          <a:noFill/>
          <a:ln>
            <a:noFill/>
          </a:ln>
        </p:spPr>
        <p:txBody>
          <a:bodyPr anchorCtr="0" anchor="t" bIns="17150" lIns="34275" spcFirstLastPara="1" rIns="34275" wrap="square" tIns="17150">
            <a:spAutoFit/>
          </a:bodyPr>
          <a:lstStyle/>
          <a:p>
            <a:pPr indent="0" lvl="0" marL="0" marR="0" rtl="0" algn="ctr">
              <a:spcBef>
                <a:spcPts val="0"/>
              </a:spcBef>
              <a:spcAft>
                <a:spcPts val="0"/>
              </a:spcAft>
              <a:buNone/>
            </a:pPr>
            <a:r>
              <a:rPr b="1" i="0" lang="en" sz="1400" u="none" cap="none" strike="noStrike">
                <a:solidFill>
                  <a:schemeClr val="dk1"/>
                </a:solidFill>
                <a:latin typeface="Calibri"/>
                <a:ea typeface="Calibri"/>
                <a:cs typeface="Calibri"/>
                <a:sym typeface="Calibri"/>
              </a:rPr>
              <a:t>CNN/DailyMail Dataset</a:t>
            </a:r>
            <a:endParaRPr b="0" i="0" sz="2500" u="none" cap="none" strike="noStrike">
              <a:solidFill>
                <a:schemeClr val="dk1"/>
              </a:solidFill>
              <a:latin typeface="Calibri"/>
              <a:ea typeface="Calibri"/>
              <a:cs typeface="Calibri"/>
              <a:sym typeface="Calibri"/>
            </a:endParaRPr>
          </a:p>
        </p:txBody>
      </p:sp>
      <p:pic>
        <p:nvPicPr>
          <p:cNvPr id="166" name="Google Shape;166;p29"/>
          <p:cNvPicPr preferRelativeResize="0"/>
          <p:nvPr/>
        </p:nvPicPr>
        <p:blipFill>
          <a:blip r:embed="rId3">
            <a:alphaModFix/>
          </a:blip>
          <a:stretch>
            <a:fillRect/>
          </a:stretch>
        </p:blipFill>
        <p:spPr>
          <a:xfrm>
            <a:off x="559275" y="729025"/>
            <a:ext cx="7227976" cy="3988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descr="AIU presentation slide with summary blocks" id="171" name="Google Shape;171;p30"/>
          <p:cNvSpPr/>
          <p:nvPr/>
        </p:nvSpPr>
        <p:spPr>
          <a:xfrm>
            <a:off x="4514850" y="2514600"/>
            <a:ext cx="2130649" cy="2130649"/>
          </a:xfrm>
          <a:prstGeom prst="rect">
            <a:avLst/>
          </a:prstGeom>
          <a:noFill/>
          <a:ln>
            <a:noFill/>
          </a:ln>
        </p:spPr>
        <p:txBody>
          <a:bodyPr anchorCtr="0" anchor="t" bIns="17150" lIns="34275" spcFirstLastPara="1" rIns="34275" wrap="square" tIns="1715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descr="AIU presentation slide with summary blocks" id="172" name="Google Shape;172;p30"/>
          <p:cNvSpPr/>
          <p:nvPr/>
        </p:nvSpPr>
        <p:spPr>
          <a:xfrm>
            <a:off x="4514850" y="2514600"/>
            <a:ext cx="114300" cy="114300"/>
          </a:xfrm>
          <a:prstGeom prst="rect">
            <a:avLst/>
          </a:prstGeom>
          <a:noFill/>
          <a:ln>
            <a:noFill/>
          </a:ln>
        </p:spPr>
        <p:txBody>
          <a:bodyPr anchorCtr="0" anchor="t" bIns="17150" lIns="34275" spcFirstLastPara="1" rIns="34275" wrap="square" tIns="1715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id="173" name="Google Shape;173;p30"/>
          <p:cNvPicPr preferRelativeResize="0"/>
          <p:nvPr/>
        </p:nvPicPr>
        <p:blipFill rotWithShape="1">
          <a:blip r:embed="rId3">
            <a:alphaModFix/>
          </a:blip>
          <a:srcRect b="0" l="0" r="0" t="0"/>
          <a:stretch/>
        </p:blipFill>
        <p:spPr>
          <a:xfrm>
            <a:off x="0" y="0"/>
            <a:ext cx="9144001" cy="51462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628650" y="634476"/>
            <a:ext cx="7886700" cy="7959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Clr>
                <a:srgbClr val="000000"/>
              </a:buClr>
              <a:buFont typeface="Arial"/>
              <a:buNone/>
            </a:pPr>
            <a:r>
              <a:t/>
            </a:r>
            <a:endParaRPr sz="700">
              <a:solidFill>
                <a:srgbClr val="123C5A"/>
              </a:solidFill>
              <a:latin typeface="Calibri"/>
              <a:ea typeface="Calibri"/>
              <a:cs typeface="Calibri"/>
              <a:sym typeface="Calibri"/>
            </a:endParaRPr>
          </a:p>
          <a:p>
            <a:pPr indent="0" lvl="0" marL="0" rtl="0" algn="l">
              <a:lnSpc>
                <a:spcPct val="100000"/>
              </a:lnSpc>
              <a:spcBef>
                <a:spcPts val="0"/>
              </a:spcBef>
              <a:spcAft>
                <a:spcPts val="0"/>
              </a:spcAft>
              <a:buNone/>
            </a:pPr>
            <a:r>
              <a:rPr lang="en" sz="2800">
                <a:solidFill>
                  <a:srgbClr val="123C5A"/>
                </a:solidFill>
                <a:latin typeface="Calibri"/>
                <a:ea typeface="Calibri"/>
                <a:cs typeface="Calibri"/>
                <a:sym typeface="Calibri"/>
              </a:rPr>
              <a:t>Model Design:Text Summarization</a:t>
            </a:r>
            <a:endParaRPr/>
          </a:p>
        </p:txBody>
      </p:sp>
      <p:sp>
        <p:nvSpPr>
          <p:cNvPr id="179" name="Google Shape;179;p31"/>
          <p:cNvSpPr txBox="1"/>
          <p:nvPr>
            <p:ph idx="1" type="body"/>
          </p:nvPr>
        </p:nvSpPr>
        <p:spPr>
          <a:xfrm>
            <a:off x="-287050" y="1293375"/>
            <a:ext cx="7886700" cy="3456900"/>
          </a:xfrm>
          <a:prstGeom prst="rect">
            <a:avLst/>
          </a:prstGeom>
        </p:spPr>
        <p:txBody>
          <a:bodyPr anchorCtr="0" anchor="t" bIns="17150" lIns="34275" spcFirstLastPara="1" rIns="34275" wrap="square" tIns="17150">
            <a:normAutofit fontScale="92500" lnSpcReduction="20000"/>
          </a:bodyPr>
          <a:lstStyle/>
          <a:p>
            <a:pPr indent="0" lvl="0" marL="0" rtl="0" algn="l">
              <a:lnSpc>
                <a:spcPct val="100000"/>
              </a:lnSpc>
              <a:spcBef>
                <a:spcPts val="0"/>
              </a:spcBef>
              <a:spcAft>
                <a:spcPts val="0"/>
              </a:spcAft>
              <a:buClr>
                <a:schemeClr val="dk1"/>
              </a:buClr>
              <a:buFont typeface="Arial"/>
              <a:buNone/>
            </a:pPr>
            <a:r>
              <a:rPr b="1" lang="en" sz="1700">
                <a:solidFill>
                  <a:srgbClr val="123C5A"/>
                </a:solidFill>
                <a:latin typeface="Calibri"/>
                <a:ea typeface="Calibri"/>
                <a:cs typeface="Calibri"/>
                <a:sym typeface="Calibri"/>
              </a:rPr>
              <a:t>       </a:t>
            </a:r>
            <a:r>
              <a:rPr b="1" lang="en" sz="1700">
                <a:solidFill>
                  <a:srgbClr val="123C5A"/>
                </a:solidFill>
                <a:latin typeface="Calibri"/>
                <a:ea typeface="Calibri"/>
                <a:cs typeface="Calibri"/>
                <a:sym typeface="Calibri"/>
              </a:rPr>
              <a:t>BART-large-CNN on CNN/DailyMail</a:t>
            </a:r>
            <a:br>
              <a:rPr b="1" lang="en" sz="1700">
                <a:solidFill>
                  <a:srgbClr val="123C5A"/>
                </a:solidFill>
                <a:latin typeface="Calibri"/>
                <a:ea typeface="Calibri"/>
                <a:cs typeface="Calibri"/>
                <a:sym typeface="Calibri"/>
              </a:rPr>
            </a:br>
            <a:endParaRPr sz="700"/>
          </a:p>
          <a:p>
            <a:pPr indent="0" lvl="0" marL="0" rtl="0" algn="l">
              <a:lnSpc>
                <a:spcPct val="100000"/>
              </a:lnSpc>
              <a:spcBef>
                <a:spcPts val="0"/>
              </a:spcBef>
              <a:spcAft>
                <a:spcPts val="0"/>
              </a:spcAft>
              <a:buNone/>
            </a:pPr>
            <a:r>
              <a:rPr lang="en" sz="1100">
                <a:solidFill>
                  <a:srgbClr val="52616B"/>
                </a:solidFill>
                <a:latin typeface="Calibri"/>
                <a:ea typeface="Calibri"/>
                <a:cs typeface="Calibri"/>
                <a:sym typeface="Calibri"/>
              </a:rPr>
              <a:t>           Encoder-decoder Transformer | AdamW | ROUGE-based selection.</a:t>
            </a: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br>
              <a:rPr lang="en" sz="1100">
                <a:solidFill>
                  <a:srgbClr val="52616B"/>
                </a:solidFill>
                <a:latin typeface="Calibri"/>
                <a:ea typeface="Calibri"/>
                <a:cs typeface="Calibri"/>
                <a:sym typeface="Calibri"/>
              </a:rPr>
            </a:br>
            <a:endParaRPr sz="1100">
              <a:solidFill>
                <a:srgbClr val="52616B"/>
              </a:solidFill>
              <a:latin typeface="Calibri"/>
              <a:ea typeface="Calibri"/>
              <a:cs typeface="Calibri"/>
              <a:sym typeface="Calibri"/>
            </a:endParaRPr>
          </a:p>
          <a:p>
            <a:pPr indent="0" lvl="0" marL="0" rtl="0" algn="l">
              <a:lnSpc>
                <a:spcPct val="100000"/>
              </a:lnSpc>
              <a:spcBef>
                <a:spcPts val="0"/>
              </a:spcBef>
              <a:spcAft>
                <a:spcPts val="0"/>
              </a:spcAft>
              <a:buNone/>
            </a:pPr>
            <a:r>
              <a:t/>
            </a:r>
            <a:endParaRPr sz="1100">
              <a:solidFill>
                <a:srgbClr val="52616B"/>
              </a:solidFill>
              <a:latin typeface="Calibri"/>
              <a:ea typeface="Calibri"/>
              <a:cs typeface="Calibri"/>
              <a:sym typeface="Calibri"/>
            </a:endParaRPr>
          </a:p>
          <a:p>
            <a:pPr indent="0" lvl="0" marL="0" rtl="0" algn="l">
              <a:lnSpc>
                <a:spcPct val="100000"/>
              </a:lnSpc>
              <a:spcBef>
                <a:spcPts val="0"/>
              </a:spcBef>
              <a:spcAft>
                <a:spcPts val="0"/>
              </a:spcAft>
              <a:buNone/>
            </a:pPr>
            <a:r>
              <a:t/>
            </a:r>
            <a:endParaRPr sz="1100">
              <a:solidFill>
                <a:srgbClr val="52616B"/>
              </a:solidFill>
              <a:latin typeface="Calibri"/>
              <a:ea typeface="Calibri"/>
              <a:cs typeface="Calibri"/>
              <a:sym typeface="Calibri"/>
            </a:endParaRPr>
          </a:p>
          <a:p>
            <a:pPr indent="0" lvl="0" marL="0" rtl="0" algn="l">
              <a:lnSpc>
                <a:spcPct val="100000"/>
              </a:lnSpc>
              <a:spcBef>
                <a:spcPts val="0"/>
              </a:spcBef>
              <a:spcAft>
                <a:spcPts val="0"/>
              </a:spcAft>
              <a:buNone/>
            </a:pPr>
            <a:r>
              <a:t/>
            </a:r>
            <a:endParaRPr sz="1100">
              <a:solidFill>
                <a:srgbClr val="52616B"/>
              </a:solidFill>
              <a:latin typeface="Calibri"/>
              <a:ea typeface="Calibri"/>
              <a:cs typeface="Calibri"/>
              <a:sym typeface="Calibri"/>
            </a:endParaRPr>
          </a:p>
          <a:p>
            <a:pPr indent="0" lvl="0" marL="0" rtl="0" algn="l">
              <a:lnSpc>
                <a:spcPct val="100000"/>
              </a:lnSpc>
              <a:spcBef>
                <a:spcPts val="0"/>
              </a:spcBef>
              <a:spcAft>
                <a:spcPts val="0"/>
              </a:spcAft>
              <a:buNone/>
            </a:pPr>
            <a:r>
              <a:t/>
            </a:r>
            <a:endParaRPr sz="1100">
              <a:solidFill>
                <a:srgbClr val="52616B"/>
              </a:solidFill>
              <a:latin typeface="Calibri"/>
              <a:ea typeface="Calibri"/>
              <a:cs typeface="Calibri"/>
              <a:sym typeface="Calibri"/>
            </a:endParaRPr>
          </a:p>
          <a:p>
            <a:pPr indent="0" lvl="0" marL="0" rtl="0" algn="l">
              <a:lnSpc>
                <a:spcPct val="100000"/>
              </a:lnSpc>
              <a:spcBef>
                <a:spcPts val="0"/>
              </a:spcBef>
              <a:spcAft>
                <a:spcPts val="0"/>
              </a:spcAft>
              <a:buNone/>
            </a:pPr>
            <a:br>
              <a:rPr lang="en" sz="1100">
                <a:solidFill>
                  <a:srgbClr val="52616B"/>
                </a:solidFill>
                <a:latin typeface="Calibri"/>
                <a:ea typeface="Calibri"/>
                <a:cs typeface="Calibri"/>
                <a:sym typeface="Calibri"/>
              </a:rPr>
            </a:br>
            <a:endParaRPr sz="700">
              <a:solidFill>
                <a:srgbClr val="52616B"/>
              </a:solidFill>
              <a:latin typeface="Calibri"/>
              <a:ea typeface="Calibri"/>
              <a:cs typeface="Calibri"/>
              <a:sym typeface="Calibri"/>
            </a:endParaRPr>
          </a:p>
          <a:p>
            <a:pPr indent="0" lvl="0" marL="0" rtl="0" algn="l">
              <a:lnSpc>
                <a:spcPct val="100000"/>
              </a:lnSpc>
              <a:spcBef>
                <a:spcPts val="0"/>
              </a:spcBef>
              <a:spcAft>
                <a:spcPts val="0"/>
              </a:spcAft>
              <a:buClr>
                <a:schemeClr val="dk1"/>
              </a:buClr>
              <a:buFont typeface="Arial"/>
              <a:buNone/>
            </a:pPr>
            <a:r>
              <a:t/>
            </a:r>
            <a:endParaRPr sz="1100">
              <a:solidFill>
                <a:srgbClr val="52616B"/>
              </a:solidFill>
              <a:latin typeface="Calibri"/>
              <a:ea typeface="Calibri"/>
              <a:cs typeface="Calibri"/>
              <a:sym typeface="Calibri"/>
            </a:endParaRPr>
          </a:p>
          <a:p>
            <a:pPr indent="0" lvl="0" marL="0" rtl="0" algn="l">
              <a:spcBef>
                <a:spcPts val="800"/>
              </a:spcBef>
              <a:spcAft>
                <a:spcPts val="0"/>
              </a:spcAft>
              <a:buNone/>
            </a:pPr>
            <a:r>
              <a:t/>
            </a:r>
            <a:endParaRPr/>
          </a:p>
        </p:txBody>
      </p:sp>
      <p:grpSp>
        <p:nvGrpSpPr>
          <p:cNvPr id="180" name="Google Shape;180;p31"/>
          <p:cNvGrpSpPr/>
          <p:nvPr/>
        </p:nvGrpSpPr>
        <p:grpSpPr>
          <a:xfrm>
            <a:off x="1197275" y="1816855"/>
            <a:ext cx="4706702" cy="2117016"/>
            <a:chOff x="1141750" y="1537927"/>
            <a:chExt cx="5068600" cy="2067600"/>
          </a:xfrm>
        </p:grpSpPr>
        <p:sp>
          <p:nvSpPr>
            <p:cNvPr id="181" name="Google Shape;181;p31"/>
            <p:cNvSpPr/>
            <p:nvPr/>
          </p:nvSpPr>
          <p:spPr>
            <a:xfrm>
              <a:off x="5264125" y="1585373"/>
              <a:ext cx="198300" cy="198300"/>
            </a:xfrm>
            <a:prstGeom prst="star4">
              <a:avLst>
                <a:gd fmla="val 20600" name="adj"/>
              </a:avLst>
            </a:prstGeom>
            <a:solidFill>
              <a:srgbClr val="2021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ays One"/>
                <a:ea typeface="Days One"/>
                <a:cs typeface="Days One"/>
                <a:sym typeface="Days One"/>
              </a:endParaRPr>
            </a:p>
          </p:txBody>
        </p:sp>
        <p:sp>
          <p:nvSpPr>
            <p:cNvPr id="182" name="Google Shape;182;p31"/>
            <p:cNvSpPr/>
            <p:nvPr/>
          </p:nvSpPr>
          <p:spPr>
            <a:xfrm rot="10800000">
              <a:off x="3406863" y="1585373"/>
              <a:ext cx="198300" cy="198300"/>
            </a:xfrm>
            <a:prstGeom prst="star4">
              <a:avLst>
                <a:gd fmla="val 20600" name="adj"/>
              </a:avLst>
            </a:prstGeom>
            <a:solidFill>
              <a:srgbClr val="2021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ays One"/>
                <a:ea typeface="Days One"/>
                <a:cs typeface="Days One"/>
                <a:sym typeface="Days One"/>
              </a:endParaRPr>
            </a:p>
          </p:txBody>
        </p:sp>
        <p:sp>
          <p:nvSpPr>
            <p:cNvPr id="183" name="Google Shape;183;p31"/>
            <p:cNvSpPr txBox="1"/>
            <p:nvPr/>
          </p:nvSpPr>
          <p:spPr>
            <a:xfrm>
              <a:off x="1612450" y="1812336"/>
              <a:ext cx="4614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600">
                  <a:solidFill>
                    <a:srgbClr val="202124"/>
                  </a:solidFill>
                  <a:latin typeface="Days One"/>
                  <a:ea typeface="Days One"/>
                  <a:cs typeface="Days One"/>
                  <a:sym typeface="Days One"/>
                </a:rPr>
                <a:t>01</a:t>
              </a:r>
              <a:endParaRPr b="1" sz="1600">
                <a:solidFill>
                  <a:srgbClr val="202124"/>
                </a:solidFill>
                <a:latin typeface="Days One"/>
                <a:ea typeface="Days One"/>
                <a:cs typeface="Days One"/>
                <a:sym typeface="Days One"/>
              </a:endParaRPr>
            </a:p>
          </p:txBody>
        </p:sp>
        <p:sp>
          <p:nvSpPr>
            <p:cNvPr id="184" name="Google Shape;184;p31"/>
            <p:cNvSpPr txBox="1"/>
            <p:nvPr/>
          </p:nvSpPr>
          <p:spPr>
            <a:xfrm>
              <a:off x="1141750" y="2222850"/>
              <a:ext cx="14313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a:solidFill>
                    <a:srgbClr val="0461F9"/>
                  </a:solidFill>
                  <a:latin typeface="Days One"/>
                  <a:ea typeface="Days One"/>
                  <a:cs typeface="Days One"/>
                  <a:sym typeface="Days One"/>
                </a:rPr>
                <a:t>Architecture</a:t>
              </a:r>
              <a:endParaRPr b="1">
                <a:solidFill>
                  <a:srgbClr val="0461F9"/>
                </a:solidFill>
                <a:latin typeface="Days One"/>
                <a:ea typeface="Days One"/>
                <a:cs typeface="Days One"/>
                <a:sym typeface="Days One"/>
              </a:endParaRPr>
            </a:p>
          </p:txBody>
        </p:sp>
        <p:sp>
          <p:nvSpPr>
            <p:cNvPr id="185" name="Google Shape;185;p31"/>
            <p:cNvSpPr txBox="1"/>
            <p:nvPr/>
          </p:nvSpPr>
          <p:spPr>
            <a:xfrm>
              <a:off x="1162900" y="2753780"/>
              <a:ext cx="1314600" cy="851700"/>
            </a:xfrm>
            <a:prstGeom prst="rect">
              <a:avLst/>
            </a:prstGeom>
            <a:noFill/>
            <a:ln>
              <a:noFill/>
            </a:ln>
          </p:spPr>
          <p:txBody>
            <a:bodyPr anchorCtr="0" anchor="t" bIns="0" lIns="91425" spcFirstLastPara="1" rIns="91425" wrap="square" tIns="0">
              <a:noAutofit/>
            </a:bodyPr>
            <a:lstStyle/>
            <a:p>
              <a:pPr indent="0" lvl="0" marL="0" rtl="0" algn="ctr">
                <a:lnSpc>
                  <a:spcPct val="115000"/>
                </a:lnSpc>
                <a:spcBef>
                  <a:spcPts val="0"/>
                </a:spcBef>
                <a:spcAft>
                  <a:spcPts val="200"/>
                </a:spcAft>
                <a:buNone/>
              </a:pPr>
              <a:r>
                <a:rPr lang="en" sz="1000">
                  <a:solidFill>
                    <a:srgbClr val="202124"/>
                  </a:solidFill>
                  <a:latin typeface="Albert Sans"/>
                  <a:ea typeface="Albert Sans"/>
                  <a:cs typeface="Albert Sans"/>
                  <a:sym typeface="Albert Sans"/>
                </a:rPr>
                <a:t>We operate on a global scale, bringing solutions wherever you are. </a:t>
              </a:r>
              <a:endParaRPr sz="1000">
                <a:solidFill>
                  <a:srgbClr val="202124"/>
                </a:solidFill>
                <a:latin typeface="Albert Sans"/>
                <a:ea typeface="Albert Sans"/>
                <a:cs typeface="Albert Sans"/>
                <a:sym typeface="Albert Sans"/>
              </a:endParaRPr>
            </a:p>
          </p:txBody>
        </p:sp>
        <p:sp>
          <p:nvSpPr>
            <p:cNvPr id="186" name="Google Shape;186;p31"/>
            <p:cNvSpPr txBox="1"/>
            <p:nvPr/>
          </p:nvSpPr>
          <p:spPr>
            <a:xfrm>
              <a:off x="3307438" y="1812336"/>
              <a:ext cx="4614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600">
                  <a:solidFill>
                    <a:srgbClr val="202124"/>
                  </a:solidFill>
                  <a:latin typeface="Days One"/>
                  <a:ea typeface="Days One"/>
                  <a:cs typeface="Days One"/>
                  <a:sym typeface="Days One"/>
                </a:rPr>
                <a:t>02</a:t>
              </a:r>
              <a:endParaRPr b="1" sz="1600">
                <a:solidFill>
                  <a:srgbClr val="202124"/>
                </a:solidFill>
                <a:latin typeface="Days One"/>
                <a:ea typeface="Days One"/>
                <a:cs typeface="Days One"/>
                <a:sym typeface="Days One"/>
              </a:endParaRPr>
            </a:p>
          </p:txBody>
        </p:sp>
        <p:sp>
          <p:nvSpPr>
            <p:cNvPr id="187" name="Google Shape;187;p31"/>
            <p:cNvSpPr txBox="1"/>
            <p:nvPr/>
          </p:nvSpPr>
          <p:spPr>
            <a:xfrm>
              <a:off x="2781175" y="2222850"/>
              <a:ext cx="1534800" cy="38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b="1" lang="en">
                  <a:solidFill>
                    <a:srgbClr val="0461F9"/>
                  </a:solidFill>
                  <a:latin typeface="Days One"/>
                  <a:ea typeface="Days One"/>
                  <a:cs typeface="Days One"/>
                  <a:sym typeface="Days One"/>
                </a:rPr>
                <a:t>Training</a:t>
              </a:r>
              <a:endParaRPr b="1">
                <a:solidFill>
                  <a:srgbClr val="0461F9"/>
                </a:solidFill>
                <a:latin typeface="Days One"/>
                <a:ea typeface="Days One"/>
                <a:cs typeface="Days One"/>
                <a:sym typeface="Days One"/>
              </a:endParaRPr>
            </a:p>
          </p:txBody>
        </p:sp>
        <p:sp>
          <p:nvSpPr>
            <p:cNvPr id="188" name="Google Shape;188;p31"/>
            <p:cNvSpPr txBox="1"/>
            <p:nvPr/>
          </p:nvSpPr>
          <p:spPr>
            <a:xfrm>
              <a:off x="2910525" y="2753780"/>
              <a:ext cx="1314600" cy="851700"/>
            </a:xfrm>
            <a:prstGeom prst="rect">
              <a:avLst/>
            </a:prstGeom>
            <a:noFill/>
            <a:ln>
              <a:noFill/>
            </a:ln>
          </p:spPr>
          <p:txBody>
            <a:bodyPr anchorCtr="0" anchor="t" bIns="0" lIns="91425" spcFirstLastPara="1" rIns="91425" wrap="square" tIns="0">
              <a:noAutofit/>
            </a:bodyPr>
            <a:lstStyle/>
            <a:p>
              <a:pPr indent="0" lvl="0" marL="0" rtl="0" algn="ctr">
                <a:lnSpc>
                  <a:spcPct val="115000"/>
                </a:lnSpc>
                <a:spcBef>
                  <a:spcPts val="0"/>
                </a:spcBef>
                <a:spcAft>
                  <a:spcPts val="200"/>
                </a:spcAft>
                <a:buNone/>
              </a:pPr>
              <a:r>
                <a:rPr lang="en" sz="1000">
                  <a:solidFill>
                    <a:srgbClr val="202124"/>
                  </a:solidFill>
                  <a:latin typeface="Albert Sans"/>
                  <a:ea typeface="Albert Sans"/>
                  <a:cs typeface="Albert Sans"/>
                  <a:sym typeface="Albert Sans"/>
                </a:rPr>
                <a:t>We help you drive meaningful progress within your industry.</a:t>
              </a:r>
              <a:endParaRPr sz="1000">
                <a:solidFill>
                  <a:srgbClr val="202124"/>
                </a:solidFill>
                <a:latin typeface="Albert Sans"/>
                <a:ea typeface="Albert Sans"/>
                <a:cs typeface="Albert Sans"/>
                <a:sym typeface="Albert Sans"/>
              </a:endParaRPr>
            </a:p>
          </p:txBody>
        </p:sp>
        <p:sp>
          <p:nvSpPr>
            <p:cNvPr id="189" name="Google Shape;189;p31"/>
            <p:cNvSpPr txBox="1"/>
            <p:nvPr/>
          </p:nvSpPr>
          <p:spPr>
            <a:xfrm>
              <a:off x="5134150" y="1812336"/>
              <a:ext cx="4614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1600">
                  <a:solidFill>
                    <a:srgbClr val="202124"/>
                  </a:solidFill>
                  <a:latin typeface="Days One"/>
                  <a:ea typeface="Days One"/>
                  <a:cs typeface="Days One"/>
                  <a:sym typeface="Days One"/>
                </a:rPr>
                <a:t>03</a:t>
              </a:r>
              <a:endParaRPr b="1" sz="1600">
                <a:solidFill>
                  <a:srgbClr val="202124"/>
                </a:solidFill>
                <a:latin typeface="Days One"/>
                <a:ea typeface="Days One"/>
                <a:cs typeface="Days One"/>
                <a:sym typeface="Days One"/>
              </a:endParaRPr>
            </a:p>
          </p:txBody>
        </p:sp>
        <p:sp>
          <p:nvSpPr>
            <p:cNvPr id="190" name="Google Shape;190;p31"/>
            <p:cNvSpPr txBox="1"/>
            <p:nvPr/>
          </p:nvSpPr>
          <p:spPr>
            <a:xfrm>
              <a:off x="4623050" y="2222850"/>
              <a:ext cx="1587300" cy="3879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b="1" lang="en">
                  <a:solidFill>
                    <a:srgbClr val="0461F9"/>
                  </a:solidFill>
                  <a:latin typeface="Days One"/>
                  <a:ea typeface="Days One"/>
                  <a:cs typeface="Days One"/>
                  <a:sym typeface="Days One"/>
                </a:rPr>
                <a:t> </a:t>
              </a:r>
              <a:r>
                <a:rPr b="1" lang="en">
                  <a:solidFill>
                    <a:srgbClr val="0461F9"/>
                  </a:solidFill>
                  <a:latin typeface="Days One"/>
                  <a:ea typeface="Days One"/>
                  <a:cs typeface="Days One"/>
                  <a:sym typeface="Days One"/>
                </a:rPr>
                <a:t>Generation</a:t>
              </a:r>
              <a:endParaRPr b="1">
                <a:solidFill>
                  <a:srgbClr val="0461F9"/>
                </a:solidFill>
                <a:latin typeface="Days One"/>
                <a:ea typeface="Days One"/>
                <a:cs typeface="Days One"/>
                <a:sym typeface="Days One"/>
              </a:endParaRPr>
            </a:p>
          </p:txBody>
        </p:sp>
        <p:sp>
          <p:nvSpPr>
            <p:cNvPr id="191" name="Google Shape;191;p31"/>
            <p:cNvSpPr txBox="1"/>
            <p:nvPr/>
          </p:nvSpPr>
          <p:spPr>
            <a:xfrm>
              <a:off x="4707550" y="2753780"/>
              <a:ext cx="1314600" cy="851700"/>
            </a:xfrm>
            <a:prstGeom prst="rect">
              <a:avLst/>
            </a:prstGeom>
            <a:noFill/>
            <a:ln>
              <a:noFill/>
            </a:ln>
          </p:spPr>
          <p:txBody>
            <a:bodyPr anchorCtr="0" anchor="t" bIns="0" lIns="91425" spcFirstLastPara="1" rIns="91425" wrap="square" tIns="0">
              <a:noAutofit/>
            </a:bodyPr>
            <a:lstStyle/>
            <a:p>
              <a:pPr indent="0" lvl="0" marL="0" rtl="0" algn="ctr">
                <a:lnSpc>
                  <a:spcPct val="115000"/>
                </a:lnSpc>
                <a:spcBef>
                  <a:spcPts val="0"/>
                </a:spcBef>
                <a:spcAft>
                  <a:spcPts val="200"/>
                </a:spcAft>
                <a:buNone/>
              </a:pPr>
              <a:r>
                <a:rPr lang="en" sz="1000">
                  <a:solidFill>
                    <a:srgbClr val="202124"/>
                  </a:solidFill>
                  <a:latin typeface="Albert Sans"/>
                  <a:ea typeface="Albert Sans"/>
                  <a:cs typeface="Albert Sans"/>
                  <a:sym typeface="Albert Sans"/>
                </a:rPr>
                <a:t>We adapt to your unique business needs and size of operations.</a:t>
              </a:r>
              <a:endParaRPr sz="1000">
                <a:solidFill>
                  <a:srgbClr val="202124"/>
                </a:solidFill>
                <a:latin typeface="Albert Sans"/>
                <a:ea typeface="Albert Sans"/>
                <a:cs typeface="Albert Sans"/>
                <a:sym typeface="Albert Sans"/>
              </a:endParaRPr>
            </a:p>
          </p:txBody>
        </p:sp>
        <p:sp>
          <p:nvSpPr>
            <p:cNvPr id="192" name="Google Shape;192;p31"/>
            <p:cNvSpPr/>
            <p:nvPr/>
          </p:nvSpPr>
          <p:spPr>
            <a:xfrm>
              <a:off x="1744000" y="1585373"/>
              <a:ext cx="198300" cy="198300"/>
            </a:xfrm>
            <a:prstGeom prst="star4">
              <a:avLst>
                <a:gd fmla="val 20600" name="adj"/>
              </a:avLst>
            </a:prstGeom>
            <a:solidFill>
              <a:srgbClr val="2021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ays One"/>
                <a:ea typeface="Days One"/>
                <a:cs typeface="Days One"/>
                <a:sym typeface="Days One"/>
              </a:endParaRPr>
            </a:p>
          </p:txBody>
        </p:sp>
        <p:cxnSp>
          <p:nvCxnSpPr>
            <p:cNvPr id="193" name="Google Shape;193;p31"/>
            <p:cNvCxnSpPr/>
            <p:nvPr/>
          </p:nvCxnSpPr>
          <p:spPr>
            <a:xfrm flipH="1" rot="5400000">
              <a:off x="2130035" y="1920577"/>
              <a:ext cx="1033800" cy="268500"/>
            </a:xfrm>
            <a:prstGeom prst="curvedConnector3">
              <a:avLst>
                <a:gd fmla="val 50000" name="adj1"/>
              </a:avLst>
            </a:prstGeom>
            <a:noFill/>
            <a:ln cap="flat" cmpd="sng" w="9525">
              <a:solidFill>
                <a:srgbClr val="0D5EFF"/>
              </a:solidFill>
              <a:prstDash val="solid"/>
              <a:round/>
              <a:headEnd len="med" w="med" type="none"/>
              <a:tailEnd len="med" w="med" type="none"/>
            </a:ln>
          </p:spPr>
        </p:cxnSp>
        <p:cxnSp>
          <p:nvCxnSpPr>
            <p:cNvPr id="194" name="Google Shape;194;p31"/>
            <p:cNvCxnSpPr/>
            <p:nvPr/>
          </p:nvCxnSpPr>
          <p:spPr>
            <a:xfrm rot="5400000">
              <a:off x="2130033" y="2954377"/>
              <a:ext cx="1033800" cy="268500"/>
            </a:xfrm>
            <a:prstGeom prst="curvedConnector3">
              <a:avLst>
                <a:gd fmla="val 50000" name="adj1"/>
              </a:avLst>
            </a:prstGeom>
            <a:noFill/>
            <a:ln cap="flat" cmpd="sng" w="9525">
              <a:solidFill>
                <a:srgbClr val="0D5EFF"/>
              </a:solidFill>
              <a:prstDash val="solid"/>
              <a:round/>
              <a:headEnd len="med" w="med" type="none"/>
              <a:tailEnd len="med" w="med" type="none"/>
            </a:ln>
          </p:spPr>
        </p:cxnSp>
        <p:cxnSp>
          <p:nvCxnSpPr>
            <p:cNvPr id="195" name="Google Shape;195;p31"/>
            <p:cNvCxnSpPr/>
            <p:nvPr/>
          </p:nvCxnSpPr>
          <p:spPr>
            <a:xfrm flipH="1" rot="5400000">
              <a:off x="3971899" y="1920577"/>
              <a:ext cx="1033800" cy="268500"/>
            </a:xfrm>
            <a:prstGeom prst="curvedConnector3">
              <a:avLst>
                <a:gd fmla="val 50000" name="adj1"/>
              </a:avLst>
            </a:prstGeom>
            <a:noFill/>
            <a:ln cap="flat" cmpd="sng" w="9525">
              <a:solidFill>
                <a:srgbClr val="0D5EFF"/>
              </a:solidFill>
              <a:prstDash val="solid"/>
              <a:round/>
              <a:headEnd len="med" w="med" type="none"/>
              <a:tailEnd len="med" w="med" type="none"/>
            </a:ln>
          </p:spPr>
        </p:cxnSp>
        <p:cxnSp>
          <p:nvCxnSpPr>
            <p:cNvPr id="196" name="Google Shape;196;p31"/>
            <p:cNvCxnSpPr/>
            <p:nvPr/>
          </p:nvCxnSpPr>
          <p:spPr>
            <a:xfrm rot="5400000">
              <a:off x="3971897" y="2954377"/>
              <a:ext cx="1033800" cy="268500"/>
            </a:xfrm>
            <a:prstGeom prst="curvedConnector3">
              <a:avLst>
                <a:gd fmla="val 50000" name="adj1"/>
              </a:avLst>
            </a:prstGeom>
            <a:noFill/>
            <a:ln cap="flat" cmpd="sng" w="9525">
              <a:solidFill>
                <a:srgbClr val="0D5EFF"/>
              </a:solidFill>
              <a:prstDash val="solid"/>
              <a:round/>
              <a:headEnd len="med" w="med" type="none"/>
              <a:tailEnd len="med" w="med" type="none"/>
            </a:ln>
          </p:spPr>
        </p:cxnSp>
      </p:grpSp>
      <p:pic>
        <p:nvPicPr>
          <p:cNvPr id="197" name="Google Shape;197;p31"/>
          <p:cNvPicPr preferRelativeResize="0"/>
          <p:nvPr/>
        </p:nvPicPr>
        <p:blipFill>
          <a:blip r:embed="rId3">
            <a:alphaModFix/>
          </a:blip>
          <a:stretch>
            <a:fillRect/>
          </a:stretch>
        </p:blipFill>
        <p:spPr>
          <a:xfrm>
            <a:off x="6153952" y="598288"/>
            <a:ext cx="2755173" cy="3946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628650" y="774285"/>
            <a:ext cx="7886700" cy="527700"/>
          </a:xfrm>
          <a:prstGeom prst="rect">
            <a:avLst/>
          </a:prstGeom>
        </p:spPr>
        <p:txBody>
          <a:bodyPr anchorCtr="0" anchor="ctr" bIns="17150" lIns="34275" spcFirstLastPara="1" rIns="34275" wrap="square" tIns="17150">
            <a:noAutofit/>
          </a:bodyPr>
          <a:lstStyle/>
          <a:p>
            <a:pPr indent="0" lvl="0" marL="0" rtl="0" algn="l">
              <a:lnSpc>
                <a:spcPct val="100000"/>
              </a:lnSpc>
              <a:spcBef>
                <a:spcPts val="0"/>
              </a:spcBef>
              <a:spcAft>
                <a:spcPts val="0"/>
              </a:spcAft>
              <a:buNone/>
            </a:pPr>
            <a:r>
              <a:rPr lang="en">
                <a:solidFill>
                  <a:srgbClr val="123C5A"/>
                </a:solidFill>
                <a:latin typeface="Calibri"/>
                <a:ea typeface="Calibri"/>
                <a:cs typeface="Calibri"/>
                <a:sym typeface="Calibri"/>
              </a:rPr>
              <a:t>Why BART-large-CNN?</a:t>
            </a:r>
            <a:endParaRPr/>
          </a:p>
        </p:txBody>
      </p:sp>
      <p:sp>
        <p:nvSpPr>
          <p:cNvPr id="203" name="Google Shape;203;p32"/>
          <p:cNvSpPr txBox="1"/>
          <p:nvPr>
            <p:ph idx="1" type="body"/>
          </p:nvPr>
        </p:nvSpPr>
        <p:spPr>
          <a:xfrm>
            <a:off x="628650" y="1369219"/>
            <a:ext cx="7886700" cy="3263400"/>
          </a:xfrm>
          <a:prstGeom prst="rect">
            <a:avLst/>
          </a:prstGeom>
        </p:spPr>
        <p:txBody>
          <a:bodyPr anchorCtr="0" anchor="t" bIns="17150" lIns="34275" spcFirstLastPara="1" rIns="34275" wrap="square" tIns="17150">
            <a:normAutofit/>
          </a:bodyPr>
          <a:lstStyle/>
          <a:p>
            <a:pPr indent="0" lvl="0" marL="0" rtl="0" algn="l">
              <a:lnSpc>
                <a:spcPct val="100000"/>
              </a:lnSpc>
              <a:spcBef>
                <a:spcPts val="0"/>
              </a:spcBef>
              <a:spcAft>
                <a:spcPts val="0"/>
              </a:spcAft>
              <a:buClr>
                <a:schemeClr val="dk1"/>
              </a:buClr>
              <a:buFont typeface="Arial"/>
              <a:buNone/>
            </a:pPr>
            <a:r>
              <a:rPr lang="en" sz="1100">
                <a:solidFill>
                  <a:srgbClr val="52616B"/>
                </a:solidFill>
                <a:latin typeface="Calibri"/>
                <a:ea typeface="Calibri"/>
                <a:cs typeface="Calibri"/>
                <a:sym typeface="Calibri"/>
              </a:rPr>
              <a:t>S</a:t>
            </a:r>
            <a:r>
              <a:rPr lang="en" sz="1300">
                <a:solidFill>
                  <a:srgbClr val="52616B"/>
                </a:solidFill>
                <a:latin typeface="Calibri"/>
                <a:ea typeface="Calibri"/>
                <a:cs typeface="Calibri"/>
                <a:sym typeface="Calibri"/>
              </a:rPr>
              <a:t>equence-to-sequence summarization: read a long article and generate a concise summary.</a:t>
            </a:r>
            <a:endParaRPr sz="1100"/>
          </a:p>
          <a:p>
            <a:pPr indent="0" lvl="0" marL="0" rtl="0" algn="l">
              <a:spcBef>
                <a:spcPts val="800"/>
              </a:spcBef>
              <a:spcAft>
                <a:spcPts val="0"/>
              </a:spcAft>
              <a:buNone/>
            </a:pPr>
            <a:r>
              <a:t/>
            </a:r>
            <a:endParaRPr/>
          </a:p>
        </p:txBody>
      </p:sp>
      <p:grpSp>
        <p:nvGrpSpPr>
          <p:cNvPr id="204" name="Google Shape;204;p32"/>
          <p:cNvGrpSpPr/>
          <p:nvPr/>
        </p:nvGrpSpPr>
        <p:grpSpPr>
          <a:xfrm>
            <a:off x="834501" y="1665875"/>
            <a:ext cx="7220124" cy="2311899"/>
            <a:chOff x="962026" y="1361875"/>
            <a:chExt cx="7220124" cy="2311899"/>
          </a:xfrm>
        </p:grpSpPr>
        <p:sp>
          <p:nvSpPr>
            <p:cNvPr id="205" name="Google Shape;205;p32"/>
            <p:cNvSpPr txBox="1"/>
            <p:nvPr/>
          </p:nvSpPr>
          <p:spPr>
            <a:xfrm>
              <a:off x="967750"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000">
                  <a:solidFill>
                    <a:srgbClr val="17202A"/>
                  </a:solidFill>
                  <a:latin typeface="Roboto"/>
                  <a:ea typeface="Roboto"/>
                  <a:cs typeface="Roboto"/>
                  <a:sym typeface="Roboto"/>
                </a:rPr>
                <a:t>CNN/DailyMail has article-summary pairs, so it directly fits supervised summarization.</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1000">
                <a:solidFill>
                  <a:srgbClr val="301900"/>
                </a:solidFill>
                <a:latin typeface="Roboto Light"/>
                <a:ea typeface="Roboto Light"/>
                <a:cs typeface="Roboto Light"/>
                <a:sym typeface="Roboto Light"/>
              </a:endParaRPr>
            </a:p>
          </p:txBody>
        </p:sp>
        <p:sp>
          <p:nvSpPr>
            <p:cNvPr id="206" name="Google Shape;206;p32"/>
            <p:cNvSpPr txBox="1"/>
            <p:nvPr/>
          </p:nvSpPr>
          <p:spPr>
            <a:xfrm>
              <a:off x="967750" y="167273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01</a:t>
              </a:r>
              <a:endParaRPr sz="5000">
                <a:solidFill>
                  <a:srgbClr val="301900"/>
                </a:solidFill>
                <a:latin typeface="Poppins ExtraLight"/>
                <a:ea typeface="Poppins ExtraLight"/>
                <a:cs typeface="Poppins ExtraLight"/>
                <a:sym typeface="Poppins ExtraLight"/>
              </a:endParaRPr>
            </a:p>
          </p:txBody>
        </p:sp>
        <p:sp>
          <p:nvSpPr>
            <p:cNvPr id="207" name="Google Shape;207;p32"/>
            <p:cNvSpPr txBox="1"/>
            <p:nvPr/>
          </p:nvSpPr>
          <p:spPr>
            <a:xfrm>
              <a:off x="967752" y="136187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Dataset Match</a:t>
              </a:r>
              <a:endParaRPr b="1" sz="750">
                <a:solidFill>
                  <a:srgbClr val="301900"/>
                </a:solidFill>
                <a:latin typeface="Space Mono"/>
                <a:ea typeface="Space Mono"/>
                <a:cs typeface="Space Mono"/>
                <a:sym typeface="Space Mono"/>
              </a:endParaRPr>
            </a:p>
          </p:txBody>
        </p:sp>
        <p:sp>
          <p:nvSpPr>
            <p:cNvPr id="208" name="Google Shape;208;p32"/>
            <p:cNvSpPr txBox="1"/>
            <p:nvPr/>
          </p:nvSpPr>
          <p:spPr>
            <a:xfrm>
              <a:off x="2835765" y="2442250"/>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000">
                  <a:solidFill>
                    <a:srgbClr val="17202A"/>
                  </a:solidFill>
                  <a:latin typeface="Roboto"/>
                  <a:ea typeface="Roboto"/>
                  <a:cs typeface="Roboto"/>
                  <a:sym typeface="Roboto"/>
                </a:rPr>
                <a:t>BART combines a bidirectional encoder for understanding with an autoregressive decoder for generation.</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1000">
                <a:solidFill>
                  <a:srgbClr val="301900"/>
                </a:solidFill>
                <a:latin typeface="Roboto Light"/>
                <a:ea typeface="Roboto Light"/>
                <a:cs typeface="Roboto Light"/>
                <a:sym typeface="Roboto Light"/>
              </a:endParaRPr>
            </a:p>
          </p:txBody>
        </p:sp>
        <p:sp>
          <p:nvSpPr>
            <p:cNvPr id="209" name="Google Shape;209;p32"/>
            <p:cNvSpPr txBox="1"/>
            <p:nvPr/>
          </p:nvSpPr>
          <p:spPr>
            <a:xfrm>
              <a:off x="2835742" y="136187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Model-Fit</a:t>
              </a:r>
              <a:endParaRPr b="1" sz="750">
                <a:solidFill>
                  <a:srgbClr val="301900"/>
                </a:solidFill>
                <a:latin typeface="Space Mono"/>
                <a:ea typeface="Space Mono"/>
                <a:cs typeface="Space Mono"/>
                <a:sym typeface="Space Mono"/>
              </a:endParaRPr>
            </a:p>
          </p:txBody>
        </p:sp>
        <p:sp>
          <p:nvSpPr>
            <p:cNvPr id="210" name="Google Shape;210;p32"/>
            <p:cNvSpPr txBox="1"/>
            <p:nvPr/>
          </p:nvSpPr>
          <p:spPr>
            <a:xfrm>
              <a:off x="4703733"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000">
                  <a:solidFill>
                    <a:srgbClr val="17202A"/>
                  </a:solidFill>
                  <a:latin typeface="Roboto"/>
                  <a:ea typeface="Roboto"/>
                  <a:cs typeface="Roboto"/>
                  <a:sym typeface="Roboto"/>
                </a:rPr>
                <a:t>BART-large-CNN is optimized for CNN/DailyMail summarization and gives stronger summaries than T5-small.</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1000">
                <a:solidFill>
                  <a:srgbClr val="301900"/>
                </a:solidFill>
                <a:latin typeface="Roboto Light"/>
                <a:ea typeface="Roboto Light"/>
                <a:cs typeface="Roboto Light"/>
                <a:sym typeface="Roboto Light"/>
              </a:endParaRPr>
            </a:p>
          </p:txBody>
        </p:sp>
        <p:sp>
          <p:nvSpPr>
            <p:cNvPr id="211" name="Google Shape;211;p32"/>
            <p:cNvSpPr txBox="1"/>
            <p:nvPr/>
          </p:nvSpPr>
          <p:spPr>
            <a:xfrm>
              <a:off x="4703732" y="136187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Task-</a:t>
              </a:r>
              <a:r>
                <a:rPr b="1" lang="en" sz="750">
                  <a:solidFill>
                    <a:srgbClr val="301900"/>
                  </a:solidFill>
                  <a:latin typeface="Space Mono"/>
                  <a:ea typeface="Space Mono"/>
                  <a:cs typeface="Space Mono"/>
                  <a:sym typeface="Space Mono"/>
                </a:rPr>
                <a:t>specific</a:t>
              </a:r>
              <a:r>
                <a:rPr b="1" lang="en" sz="750">
                  <a:solidFill>
                    <a:srgbClr val="301900"/>
                  </a:solidFill>
                  <a:latin typeface="Space Mono"/>
                  <a:ea typeface="Space Mono"/>
                  <a:cs typeface="Space Mono"/>
                  <a:sym typeface="Space Mono"/>
                </a:rPr>
                <a:t>-upgrade</a:t>
              </a:r>
              <a:endParaRPr b="1" sz="750">
                <a:solidFill>
                  <a:srgbClr val="301900"/>
                </a:solidFill>
                <a:latin typeface="Space Mono"/>
                <a:ea typeface="Space Mono"/>
                <a:cs typeface="Space Mono"/>
                <a:sym typeface="Space Mono"/>
              </a:endParaRPr>
            </a:p>
          </p:txBody>
        </p:sp>
        <p:sp>
          <p:nvSpPr>
            <p:cNvPr id="212" name="Google Shape;212;p32"/>
            <p:cNvSpPr txBox="1"/>
            <p:nvPr/>
          </p:nvSpPr>
          <p:spPr>
            <a:xfrm>
              <a:off x="6571725"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000">
                  <a:solidFill>
                    <a:srgbClr val="17202A"/>
                  </a:solidFill>
                  <a:latin typeface="Roboto"/>
                  <a:ea typeface="Roboto"/>
                  <a:cs typeface="Roboto"/>
                  <a:sym typeface="Roboto"/>
                </a:rPr>
                <a:t>We fine-tune and evaluate a strong pretrained summarization Transformer, not train from scratch.</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1000">
                <a:solidFill>
                  <a:srgbClr val="301900"/>
                </a:solidFill>
                <a:latin typeface="Roboto Light"/>
                <a:ea typeface="Roboto Light"/>
                <a:cs typeface="Roboto Light"/>
                <a:sym typeface="Roboto Light"/>
              </a:endParaRPr>
            </a:p>
          </p:txBody>
        </p:sp>
        <p:sp>
          <p:nvSpPr>
            <p:cNvPr id="213" name="Google Shape;213;p32"/>
            <p:cNvSpPr txBox="1"/>
            <p:nvPr/>
          </p:nvSpPr>
          <p:spPr>
            <a:xfrm>
              <a:off x="6571723" y="136187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Honest Framing</a:t>
              </a:r>
              <a:endParaRPr b="1" sz="750">
                <a:solidFill>
                  <a:srgbClr val="301900"/>
                </a:solidFill>
                <a:latin typeface="Space Mono"/>
                <a:ea typeface="Space Mono"/>
                <a:cs typeface="Space Mono"/>
                <a:sym typeface="Space Mono"/>
              </a:endParaRPr>
            </a:p>
          </p:txBody>
        </p:sp>
        <p:sp>
          <p:nvSpPr>
            <p:cNvPr id="214" name="Google Shape;214;p32"/>
            <p:cNvSpPr txBox="1"/>
            <p:nvPr/>
          </p:nvSpPr>
          <p:spPr>
            <a:xfrm>
              <a:off x="2835737" y="167273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02</a:t>
              </a:r>
              <a:endParaRPr sz="5000">
                <a:solidFill>
                  <a:srgbClr val="301900"/>
                </a:solidFill>
                <a:latin typeface="Poppins ExtraLight"/>
                <a:ea typeface="Poppins ExtraLight"/>
                <a:cs typeface="Poppins ExtraLight"/>
                <a:sym typeface="Poppins ExtraLight"/>
              </a:endParaRPr>
            </a:p>
          </p:txBody>
        </p:sp>
        <p:sp>
          <p:nvSpPr>
            <p:cNvPr id="215" name="Google Shape;215;p32"/>
            <p:cNvSpPr txBox="1"/>
            <p:nvPr/>
          </p:nvSpPr>
          <p:spPr>
            <a:xfrm>
              <a:off x="4703750" y="167273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03</a:t>
              </a:r>
              <a:endParaRPr sz="5000">
                <a:solidFill>
                  <a:srgbClr val="301900"/>
                </a:solidFill>
                <a:latin typeface="Poppins ExtraLight"/>
                <a:ea typeface="Poppins ExtraLight"/>
                <a:cs typeface="Poppins ExtraLight"/>
                <a:sym typeface="Poppins ExtraLight"/>
              </a:endParaRPr>
            </a:p>
          </p:txBody>
        </p:sp>
        <p:sp>
          <p:nvSpPr>
            <p:cNvPr id="216" name="Google Shape;216;p32"/>
            <p:cNvSpPr txBox="1"/>
            <p:nvPr/>
          </p:nvSpPr>
          <p:spPr>
            <a:xfrm>
              <a:off x="6571750" y="167273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04</a:t>
              </a:r>
              <a:endParaRPr sz="5000">
                <a:solidFill>
                  <a:srgbClr val="301900"/>
                </a:solidFill>
                <a:latin typeface="Poppins ExtraLight"/>
                <a:ea typeface="Poppins ExtraLight"/>
                <a:cs typeface="Poppins ExtraLight"/>
                <a:sym typeface="Poppins ExtraLight"/>
              </a:endParaRPr>
            </a:p>
          </p:txBody>
        </p:sp>
        <p:cxnSp>
          <p:nvCxnSpPr>
            <p:cNvPr id="217" name="Google Shape;217;p32"/>
            <p:cNvCxnSpPr/>
            <p:nvPr/>
          </p:nvCxnSpPr>
          <p:spPr>
            <a:xfrm>
              <a:off x="962026" y="1667300"/>
              <a:ext cx="7220100" cy="0"/>
            </a:xfrm>
            <a:prstGeom prst="straightConnector1">
              <a:avLst/>
            </a:prstGeom>
            <a:noFill/>
            <a:ln cap="flat" cmpd="sng" w="9525">
              <a:solidFill>
                <a:srgbClr val="301900"/>
              </a:solidFill>
              <a:prstDash val="solid"/>
              <a:round/>
              <a:headEnd len="med" w="med" type="none"/>
              <a:tailEnd len="med" w="med" type="non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type="title"/>
          </p:nvPr>
        </p:nvSpPr>
        <p:spPr>
          <a:xfrm>
            <a:off x="270600" y="774275"/>
            <a:ext cx="8244900" cy="5277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None/>
            </a:pPr>
            <a:r>
              <a:rPr lang="en" sz="2200">
                <a:solidFill>
                  <a:srgbClr val="123C5A"/>
                </a:solidFill>
                <a:latin typeface="Calibri"/>
                <a:ea typeface="Calibri"/>
                <a:cs typeface="Calibri"/>
                <a:sym typeface="Calibri"/>
              </a:rPr>
              <a:t>Architecture Flow</a:t>
            </a:r>
            <a:endParaRPr sz="1200"/>
          </a:p>
        </p:txBody>
      </p:sp>
      <p:sp>
        <p:nvSpPr>
          <p:cNvPr id="223" name="Google Shape;223;p33"/>
          <p:cNvSpPr txBox="1"/>
          <p:nvPr>
            <p:ph idx="1" type="body"/>
          </p:nvPr>
        </p:nvSpPr>
        <p:spPr>
          <a:xfrm>
            <a:off x="-55975" y="1369225"/>
            <a:ext cx="8571300" cy="3263400"/>
          </a:xfrm>
          <a:prstGeom prst="rect">
            <a:avLst/>
          </a:prstGeom>
        </p:spPr>
        <p:txBody>
          <a:bodyPr anchorCtr="0" anchor="t" bIns="17150" lIns="34275" spcFirstLastPara="1" rIns="34275" wrap="square" tIns="17150">
            <a:normAutofit/>
          </a:bodyPr>
          <a:lstStyle/>
          <a:p>
            <a:pPr indent="0" lvl="0" marL="0" rtl="0" algn="l">
              <a:lnSpc>
                <a:spcPct val="100000"/>
              </a:lnSpc>
              <a:spcBef>
                <a:spcPts val="0"/>
              </a:spcBef>
              <a:spcAft>
                <a:spcPts val="0"/>
              </a:spcAft>
              <a:buNone/>
            </a:pPr>
            <a:r>
              <a:rPr lang="en" sz="1100">
                <a:solidFill>
                  <a:srgbClr val="52616B"/>
                </a:solidFill>
                <a:latin typeface="Calibri"/>
                <a:ea typeface="Calibri"/>
                <a:cs typeface="Calibri"/>
                <a:sym typeface="Calibri"/>
              </a:rPr>
              <a:t>          </a:t>
            </a:r>
            <a:r>
              <a:rPr lang="en" sz="1200">
                <a:solidFill>
                  <a:srgbClr val="52616B"/>
                </a:solidFill>
                <a:latin typeface="Calibri"/>
                <a:ea typeface="Calibri"/>
                <a:cs typeface="Calibri"/>
                <a:sym typeface="Calibri"/>
              </a:rPr>
              <a:t>Correct encoder-decoder Transformer pipeline for abstractive summarization.</a:t>
            </a:r>
            <a:endParaRPr sz="2100"/>
          </a:p>
        </p:txBody>
      </p:sp>
      <p:grpSp>
        <p:nvGrpSpPr>
          <p:cNvPr id="224" name="Google Shape;224;p33"/>
          <p:cNvGrpSpPr/>
          <p:nvPr/>
        </p:nvGrpSpPr>
        <p:grpSpPr>
          <a:xfrm>
            <a:off x="249581" y="1856649"/>
            <a:ext cx="8644833" cy="2390080"/>
            <a:chOff x="6" y="1844974"/>
            <a:chExt cx="8644833" cy="2390080"/>
          </a:xfrm>
        </p:grpSpPr>
        <p:grpSp>
          <p:nvGrpSpPr>
            <p:cNvPr id="225" name="Google Shape;225;p33"/>
            <p:cNvGrpSpPr/>
            <p:nvPr/>
          </p:nvGrpSpPr>
          <p:grpSpPr>
            <a:xfrm>
              <a:off x="6" y="1844974"/>
              <a:ext cx="8644833" cy="2359249"/>
              <a:chOff x="962026" y="1361875"/>
              <a:chExt cx="10053300" cy="2359249"/>
            </a:xfrm>
          </p:grpSpPr>
          <p:sp>
            <p:nvSpPr>
              <p:cNvPr id="226" name="Google Shape;226;p33"/>
              <p:cNvSpPr txBox="1"/>
              <p:nvPr/>
            </p:nvSpPr>
            <p:spPr>
              <a:xfrm>
                <a:off x="967750"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CNN/DailyMail news text</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rgbClr val="301900"/>
                  </a:solidFill>
                  <a:latin typeface="Roboto Light"/>
                  <a:ea typeface="Roboto Light"/>
                  <a:cs typeface="Roboto Light"/>
                  <a:sym typeface="Roboto Light"/>
                </a:endParaRPr>
              </a:p>
            </p:txBody>
          </p:sp>
          <p:sp>
            <p:nvSpPr>
              <p:cNvPr id="227" name="Google Shape;227;p33"/>
              <p:cNvSpPr txBox="1"/>
              <p:nvPr/>
            </p:nvSpPr>
            <p:spPr>
              <a:xfrm>
                <a:off x="967750" y="167273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01</a:t>
                </a:r>
                <a:endParaRPr sz="5000">
                  <a:solidFill>
                    <a:srgbClr val="301900"/>
                  </a:solidFill>
                  <a:latin typeface="Poppins ExtraLight"/>
                  <a:ea typeface="Poppins ExtraLight"/>
                  <a:cs typeface="Poppins ExtraLight"/>
                  <a:sym typeface="Poppins ExtraLight"/>
                </a:endParaRPr>
              </a:p>
            </p:txBody>
          </p:sp>
          <p:sp>
            <p:nvSpPr>
              <p:cNvPr id="228" name="Google Shape;228;p33"/>
              <p:cNvSpPr txBox="1"/>
              <p:nvPr/>
            </p:nvSpPr>
            <p:spPr>
              <a:xfrm>
                <a:off x="967752" y="136187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Article</a:t>
                </a:r>
                <a:endParaRPr b="1" sz="750">
                  <a:solidFill>
                    <a:srgbClr val="301900"/>
                  </a:solidFill>
                  <a:latin typeface="Space Mono"/>
                  <a:ea typeface="Space Mono"/>
                  <a:cs typeface="Space Mono"/>
                  <a:sym typeface="Space Mono"/>
                </a:endParaRPr>
              </a:p>
            </p:txBody>
          </p:sp>
          <p:sp>
            <p:nvSpPr>
              <p:cNvPr id="229" name="Google Shape;229;p33"/>
              <p:cNvSpPr txBox="1"/>
              <p:nvPr/>
            </p:nvSpPr>
            <p:spPr>
              <a:xfrm>
                <a:off x="2659436" y="2478813"/>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BART token IDs + attention masks</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rgbClr val="301900"/>
                  </a:solidFill>
                  <a:latin typeface="Roboto Light"/>
                  <a:ea typeface="Roboto Light"/>
                  <a:cs typeface="Roboto Light"/>
                  <a:sym typeface="Roboto Light"/>
                </a:endParaRPr>
              </a:p>
            </p:txBody>
          </p:sp>
          <p:sp>
            <p:nvSpPr>
              <p:cNvPr id="230" name="Google Shape;230;p33"/>
              <p:cNvSpPr txBox="1"/>
              <p:nvPr/>
            </p:nvSpPr>
            <p:spPr>
              <a:xfrm>
                <a:off x="2659414" y="1398438"/>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Tokenizer</a:t>
                </a:r>
                <a:endParaRPr b="1" sz="750">
                  <a:solidFill>
                    <a:srgbClr val="301900"/>
                  </a:solidFill>
                  <a:latin typeface="Space Mono"/>
                  <a:ea typeface="Space Mono"/>
                  <a:cs typeface="Space Mono"/>
                  <a:sym typeface="Space Mono"/>
                </a:endParaRPr>
              </a:p>
            </p:txBody>
          </p:sp>
          <p:sp>
            <p:nvSpPr>
              <p:cNvPr id="231" name="Google Shape;231;p33"/>
              <p:cNvSpPr txBox="1"/>
              <p:nvPr/>
            </p:nvSpPr>
            <p:spPr>
              <a:xfrm>
                <a:off x="4351134" y="247882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Self-attention builds article context</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rgbClr val="301900"/>
                  </a:solidFill>
                  <a:latin typeface="Roboto Light"/>
                  <a:ea typeface="Roboto Light"/>
                  <a:cs typeface="Roboto Light"/>
                  <a:sym typeface="Roboto Light"/>
                </a:endParaRPr>
              </a:p>
            </p:txBody>
          </p:sp>
          <p:sp>
            <p:nvSpPr>
              <p:cNvPr id="232" name="Google Shape;232;p33"/>
              <p:cNvSpPr txBox="1"/>
              <p:nvPr/>
            </p:nvSpPr>
            <p:spPr>
              <a:xfrm>
                <a:off x="4351133" y="139842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Encoder</a:t>
                </a:r>
                <a:endParaRPr b="1" sz="750">
                  <a:solidFill>
                    <a:srgbClr val="301900"/>
                  </a:solidFill>
                  <a:latin typeface="Space Mono"/>
                  <a:ea typeface="Space Mono"/>
                  <a:cs typeface="Space Mono"/>
                  <a:sym typeface="Space Mono"/>
                </a:endParaRPr>
              </a:p>
            </p:txBody>
          </p:sp>
          <p:sp>
            <p:nvSpPr>
              <p:cNvPr id="233" name="Google Shape;233;p33"/>
              <p:cNvSpPr txBox="1"/>
              <p:nvPr/>
            </p:nvSpPr>
            <p:spPr>
              <a:xfrm>
                <a:off x="5961538" y="248962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Decoder focuses on article information</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rgbClr val="301900"/>
                  </a:solidFill>
                  <a:latin typeface="Roboto Light"/>
                  <a:ea typeface="Roboto Light"/>
                  <a:cs typeface="Roboto Light"/>
                  <a:sym typeface="Roboto Light"/>
                </a:endParaRPr>
              </a:p>
            </p:txBody>
          </p:sp>
          <p:sp>
            <p:nvSpPr>
              <p:cNvPr id="234" name="Google Shape;234;p33"/>
              <p:cNvSpPr txBox="1"/>
              <p:nvPr/>
            </p:nvSpPr>
            <p:spPr>
              <a:xfrm>
                <a:off x="6042911" y="139842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Cross-</a:t>
                </a:r>
                <a:r>
                  <a:rPr b="1" lang="en" sz="750">
                    <a:solidFill>
                      <a:srgbClr val="301900"/>
                    </a:solidFill>
                    <a:latin typeface="Space Mono"/>
                    <a:ea typeface="Space Mono"/>
                    <a:cs typeface="Space Mono"/>
                    <a:sym typeface="Space Mono"/>
                  </a:rPr>
                  <a:t>Attention</a:t>
                </a:r>
                <a:endParaRPr b="1" sz="750">
                  <a:solidFill>
                    <a:srgbClr val="301900"/>
                  </a:solidFill>
                  <a:latin typeface="Space Mono"/>
                  <a:ea typeface="Space Mono"/>
                  <a:cs typeface="Space Mono"/>
                  <a:sym typeface="Space Mono"/>
                </a:endParaRPr>
              </a:p>
            </p:txBody>
          </p:sp>
          <p:sp>
            <p:nvSpPr>
              <p:cNvPr id="235" name="Google Shape;235;p33"/>
              <p:cNvSpPr txBox="1"/>
              <p:nvPr/>
            </p:nvSpPr>
            <p:spPr>
              <a:xfrm>
                <a:off x="2659409" y="1709300"/>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02</a:t>
                </a:r>
                <a:endParaRPr sz="5000">
                  <a:solidFill>
                    <a:srgbClr val="301900"/>
                  </a:solidFill>
                  <a:latin typeface="Poppins ExtraLight"/>
                  <a:ea typeface="Poppins ExtraLight"/>
                  <a:cs typeface="Poppins ExtraLight"/>
                  <a:sym typeface="Poppins ExtraLight"/>
                </a:endParaRPr>
              </a:p>
            </p:txBody>
          </p:sp>
          <p:sp>
            <p:nvSpPr>
              <p:cNvPr id="236" name="Google Shape;236;p33"/>
              <p:cNvSpPr txBox="1"/>
              <p:nvPr/>
            </p:nvSpPr>
            <p:spPr>
              <a:xfrm>
                <a:off x="4351151" y="170928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03</a:t>
                </a:r>
                <a:endParaRPr sz="5000">
                  <a:solidFill>
                    <a:srgbClr val="301900"/>
                  </a:solidFill>
                  <a:latin typeface="Poppins ExtraLight"/>
                  <a:ea typeface="Poppins ExtraLight"/>
                  <a:cs typeface="Poppins ExtraLight"/>
                  <a:sym typeface="Poppins ExtraLight"/>
                </a:endParaRPr>
              </a:p>
            </p:txBody>
          </p:sp>
          <p:sp>
            <p:nvSpPr>
              <p:cNvPr id="237" name="Google Shape;237;p33"/>
              <p:cNvSpPr txBox="1"/>
              <p:nvPr/>
            </p:nvSpPr>
            <p:spPr>
              <a:xfrm>
                <a:off x="6042939" y="170928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04</a:t>
                </a:r>
                <a:endParaRPr sz="5000">
                  <a:solidFill>
                    <a:srgbClr val="301900"/>
                  </a:solidFill>
                  <a:latin typeface="Poppins ExtraLight"/>
                  <a:ea typeface="Poppins ExtraLight"/>
                  <a:cs typeface="Poppins ExtraLight"/>
                  <a:sym typeface="Poppins ExtraLight"/>
                </a:endParaRPr>
              </a:p>
            </p:txBody>
          </p:sp>
          <p:cxnSp>
            <p:nvCxnSpPr>
              <p:cNvPr id="238" name="Google Shape;238;p33"/>
              <p:cNvCxnSpPr/>
              <p:nvPr/>
            </p:nvCxnSpPr>
            <p:spPr>
              <a:xfrm>
                <a:off x="962026" y="1667300"/>
                <a:ext cx="10053300" cy="12000"/>
              </a:xfrm>
              <a:prstGeom prst="straightConnector1">
                <a:avLst/>
              </a:prstGeom>
              <a:noFill/>
              <a:ln cap="flat" cmpd="sng" w="9525">
                <a:solidFill>
                  <a:srgbClr val="301900"/>
                </a:solidFill>
                <a:prstDash val="solid"/>
                <a:round/>
                <a:headEnd len="med" w="med" type="none"/>
                <a:tailEnd len="med" w="med" type="none"/>
              </a:ln>
            </p:spPr>
          </p:cxnSp>
        </p:grpSp>
        <p:grpSp>
          <p:nvGrpSpPr>
            <p:cNvPr id="239" name="Google Shape;239;p33"/>
            <p:cNvGrpSpPr/>
            <p:nvPr/>
          </p:nvGrpSpPr>
          <p:grpSpPr>
            <a:xfrm>
              <a:off x="5685210" y="1863181"/>
              <a:ext cx="1444530" cy="2371874"/>
              <a:chOff x="5064618" y="1402725"/>
              <a:chExt cx="1679881" cy="2331538"/>
            </a:xfrm>
          </p:grpSpPr>
          <p:sp>
            <p:nvSpPr>
              <p:cNvPr id="240" name="Google Shape;240;p33"/>
              <p:cNvSpPr txBox="1"/>
              <p:nvPr/>
            </p:nvSpPr>
            <p:spPr>
              <a:xfrm>
                <a:off x="5064618" y="2441863"/>
                <a:ext cx="1610400" cy="129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200">
                    <a:solidFill>
                      <a:srgbClr val="17202A"/>
                    </a:solidFill>
                    <a:latin typeface="Roboto"/>
                    <a:ea typeface="Roboto"/>
                    <a:cs typeface="Roboto"/>
                    <a:sym typeface="Roboto"/>
                  </a:rPr>
                  <a:t>Generates summary token by token</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rgbClr val="301900"/>
                  </a:solidFill>
                  <a:latin typeface="Roboto Light"/>
                  <a:ea typeface="Roboto Light"/>
                  <a:cs typeface="Roboto Light"/>
                  <a:sym typeface="Roboto Light"/>
                </a:endParaRPr>
              </a:p>
            </p:txBody>
          </p:sp>
          <p:sp>
            <p:nvSpPr>
              <p:cNvPr id="241" name="Google Shape;241;p33"/>
              <p:cNvSpPr txBox="1"/>
              <p:nvPr/>
            </p:nvSpPr>
            <p:spPr>
              <a:xfrm>
                <a:off x="5134099" y="140272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Decoder</a:t>
                </a:r>
                <a:endParaRPr b="1" sz="750">
                  <a:solidFill>
                    <a:srgbClr val="301900"/>
                  </a:solidFill>
                  <a:latin typeface="Space Mono"/>
                  <a:ea typeface="Space Mono"/>
                  <a:cs typeface="Space Mono"/>
                  <a:sym typeface="Space Mono"/>
                </a:endParaRPr>
              </a:p>
            </p:txBody>
          </p:sp>
          <p:sp>
            <p:nvSpPr>
              <p:cNvPr id="242" name="Google Shape;242;p33"/>
              <p:cNvSpPr txBox="1"/>
              <p:nvPr/>
            </p:nvSpPr>
            <p:spPr>
              <a:xfrm>
                <a:off x="5134091" y="1626129"/>
                <a:ext cx="1610400" cy="10224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05</a:t>
                </a:r>
                <a:endParaRPr sz="5000">
                  <a:solidFill>
                    <a:srgbClr val="301900"/>
                  </a:solidFill>
                  <a:latin typeface="Poppins ExtraLight"/>
                  <a:ea typeface="Poppins ExtraLight"/>
                  <a:cs typeface="Poppins ExtraLight"/>
                  <a:sym typeface="Poppins ExtraLight"/>
                </a:endParaRPr>
              </a:p>
            </p:txBody>
          </p:sp>
        </p:grpSp>
        <p:grpSp>
          <p:nvGrpSpPr>
            <p:cNvPr id="243" name="Google Shape;243;p33"/>
            <p:cNvGrpSpPr/>
            <p:nvPr/>
          </p:nvGrpSpPr>
          <p:grpSpPr>
            <a:xfrm>
              <a:off x="7257960" y="1881399"/>
              <a:ext cx="1384798" cy="2311899"/>
              <a:chOff x="6281980" y="1398300"/>
              <a:chExt cx="1610418" cy="2311899"/>
            </a:xfrm>
          </p:grpSpPr>
          <p:sp>
            <p:nvSpPr>
              <p:cNvPr id="244" name="Google Shape;244;p33"/>
              <p:cNvSpPr txBox="1"/>
              <p:nvPr/>
            </p:nvSpPr>
            <p:spPr>
              <a:xfrm>
                <a:off x="6281982" y="2478699"/>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Selects final fluent summary</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rgbClr val="301900"/>
                  </a:solidFill>
                  <a:latin typeface="Roboto Light"/>
                  <a:ea typeface="Roboto Light"/>
                  <a:cs typeface="Roboto Light"/>
                  <a:sym typeface="Roboto Light"/>
                </a:endParaRPr>
              </a:p>
            </p:txBody>
          </p:sp>
          <p:sp>
            <p:nvSpPr>
              <p:cNvPr id="245" name="Google Shape;245;p33"/>
              <p:cNvSpPr txBox="1"/>
              <p:nvPr/>
            </p:nvSpPr>
            <p:spPr>
              <a:xfrm>
                <a:off x="6281980" y="1398300"/>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Beam Search</a:t>
                </a:r>
                <a:endParaRPr b="1" sz="750">
                  <a:solidFill>
                    <a:srgbClr val="301900"/>
                  </a:solidFill>
                  <a:latin typeface="Space Mono"/>
                  <a:ea typeface="Space Mono"/>
                  <a:cs typeface="Space Mono"/>
                  <a:sym typeface="Space Mono"/>
                </a:endParaRPr>
              </a:p>
            </p:txBody>
          </p:sp>
          <p:sp>
            <p:nvSpPr>
              <p:cNvPr id="246" name="Google Shape;246;p33"/>
              <p:cNvSpPr txBox="1"/>
              <p:nvPr/>
            </p:nvSpPr>
            <p:spPr>
              <a:xfrm>
                <a:off x="6281998" y="1698300"/>
                <a:ext cx="1610400" cy="7803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06</a:t>
                </a:r>
                <a:endParaRPr sz="5000">
                  <a:solidFill>
                    <a:srgbClr val="301900"/>
                  </a:solidFill>
                  <a:latin typeface="Poppins ExtraLight"/>
                  <a:ea typeface="Poppins ExtraLight"/>
                  <a:cs typeface="Poppins ExtraLight"/>
                  <a:sym typeface="Poppins ExtraLight"/>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0" y="774275"/>
            <a:ext cx="8515200" cy="5277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None/>
            </a:pPr>
            <a:r>
              <a:rPr lang="en" sz="2200">
                <a:solidFill>
                  <a:srgbClr val="123C5A"/>
                </a:solidFill>
                <a:latin typeface="Calibri"/>
                <a:ea typeface="Calibri"/>
                <a:cs typeface="Calibri"/>
                <a:sym typeface="Calibri"/>
              </a:rPr>
              <a:t>  </a:t>
            </a:r>
            <a:r>
              <a:rPr lang="en" sz="2200">
                <a:solidFill>
                  <a:srgbClr val="123C5A"/>
                </a:solidFill>
                <a:latin typeface="Calibri"/>
                <a:ea typeface="Calibri"/>
                <a:cs typeface="Calibri"/>
                <a:sym typeface="Calibri"/>
              </a:rPr>
              <a:t>Training Strategy </a:t>
            </a:r>
            <a:endParaRPr sz="2800"/>
          </a:p>
        </p:txBody>
      </p:sp>
      <p:sp>
        <p:nvSpPr>
          <p:cNvPr id="252" name="Google Shape;252;p34"/>
          <p:cNvSpPr txBox="1"/>
          <p:nvPr>
            <p:ph idx="1" type="body"/>
          </p:nvPr>
        </p:nvSpPr>
        <p:spPr>
          <a:xfrm>
            <a:off x="142300" y="1369225"/>
            <a:ext cx="8840700" cy="3263400"/>
          </a:xfrm>
          <a:prstGeom prst="rect">
            <a:avLst/>
          </a:prstGeom>
        </p:spPr>
        <p:txBody>
          <a:bodyPr anchorCtr="0" anchor="t" bIns="17150" lIns="34275" spcFirstLastPara="1" rIns="34275" wrap="square" tIns="17150">
            <a:normAutofit/>
          </a:bodyPr>
          <a:lstStyle/>
          <a:p>
            <a:pPr indent="0" lvl="0" marL="0" rtl="0" algn="l">
              <a:lnSpc>
                <a:spcPct val="100000"/>
              </a:lnSpc>
              <a:spcBef>
                <a:spcPts val="0"/>
              </a:spcBef>
              <a:spcAft>
                <a:spcPts val="0"/>
              </a:spcAft>
              <a:buNone/>
            </a:pPr>
            <a:r>
              <a:rPr lang="en" sz="1500">
                <a:solidFill>
                  <a:srgbClr val="52616B"/>
                </a:solidFill>
                <a:latin typeface="Calibri"/>
                <a:ea typeface="Calibri"/>
                <a:cs typeface="Calibri"/>
                <a:sym typeface="Calibri"/>
              </a:rPr>
              <a:t> </a:t>
            </a:r>
            <a:r>
              <a:rPr lang="en" sz="1300">
                <a:solidFill>
                  <a:srgbClr val="52616B"/>
                </a:solidFill>
                <a:latin typeface="Calibri"/>
                <a:ea typeface="Calibri"/>
                <a:cs typeface="Calibri"/>
                <a:sym typeface="Calibri"/>
              </a:rPr>
              <a:t>Stable Transformer fine-tuning with Colab memory limits.</a:t>
            </a:r>
            <a:br>
              <a:rPr lang="en" sz="1600">
                <a:solidFill>
                  <a:srgbClr val="52616B"/>
                </a:solidFill>
                <a:latin typeface="Calibri"/>
                <a:ea typeface="Calibri"/>
                <a:cs typeface="Calibri"/>
                <a:sym typeface="Calibri"/>
              </a:rPr>
            </a:br>
            <a:endParaRPr sz="2500">
              <a:solidFill>
                <a:srgbClr val="000000"/>
              </a:solidFill>
            </a:endParaRPr>
          </a:p>
          <a:p>
            <a:pPr indent="0" lvl="0" marL="0" rtl="0" algn="l">
              <a:spcBef>
                <a:spcPts val="800"/>
              </a:spcBef>
              <a:spcAft>
                <a:spcPts val="0"/>
              </a:spcAft>
              <a:buNone/>
            </a:pPr>
            <a:r>
              <a:t/>
            </a:r>
            <a:endParaRPr/>
          </a:p>
        </p:txBody>
      </p:sp>
      <p:grpSp>
        <p:nvGrpSpPr>
          <p:cNvPr id="253" name="Google Shape;253;p34"/>
          <p:cNvGrpSpPr/>
          <p:nvPr/>
        </p:nvGrpSpPr>
        <p:grpSpPr>
          <a:xfrm>
            <a:off x="249575" y="1856654"/>
            <a:ext cx="8593828" cy="2395296"/>
            <a:chOff x="249575" y="1856654"/>
            <a:chExt cx="8593828" cy="2395296"/>
          </a:xfrm>
        </p:grpSpPr>
        <p:grpSp>
          <p:nvGrpSpPr>
            <p:cNvPr id="254" name="Google Shape;254;p34"/>
            <p:cNvGrpSpPr/>
            <p:nvPr/>
          </p:nvGrpSpPr>
          <p:grpSpPr>
            <a:xfrm>
              <a:off x="249575" y="1856654"/>
              <a:ext cx="8593828" cy="2395296"/>
              <a:chOff x="962026" y="1361875"/>
              <a:chExt cx="10053300" cy="2395296"/>
            </a:xfrm>
          </p:grpSpPr>
          <p:sp>
            <p:nvSpPr>
              <p:cNvPr id="255" name="Google Shape;255;p34"/>
              <p:cNvSpPr txBox="1"/>
              <p:nvPr/>
            </p:nvSpPr>
            <p:spPr>
              <a:xfrm>
                <a:off x="967750"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AdamW handles weight decay correctly for Transformer fine-tuning.</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rgbClr val="17202A"/>
                  </a:solidFill>
                  <a:latin typeface="Roboto"/>
                  <a:ea typeface="Roboto"/>
                  <a:cs typeface="Roboto"/>
                  <a:sym typeface="Roboto"/>
                </a:endParaRPr>
              </a:p>
            </p:txBody>
          </p:sp>
          <p:sp>
            <p:nvSpPr>
              <p:cNvPr id="256" name="Google Shape;256;p34"/>
              <p:cNvSpPr txBox="1"/>
              <p:nvPr/>
            </p:nvSpPr>
            <p:spPr>
              <a:xfrm>
                <a:off x="967750" y="167273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01</a:t>
                </a:r>
                <a:endParaRPr sz="5000">
                  <a:solidFill>
                    <a:srgbClr val="301900"/>
                  </a:solidFill>
                  <a:latin typeface="Poppins ExtraLight"/>
                  <a:ea typeface="Poppins ExtraLight"/>
                  <a:cs typeface="Poppins ExtraLight"/>
                  <a:sym typeface="Poppins ExtraLight"/>
                </a:endParaRPr>
              </a:p>
            </p:txBody>
          </p:sp>
          <p:sp>
            <p:nvSpPr>
              <p:cNvPr id="257" name="Google Shape;257;p34"/>
              <p:cNvSpPr txBox="1"/>
              <p:nvPr/>
            </p:nvSpPr>
            <p:spPr>
              <a:xfrm>
                <a:off x="967752" y="136187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Optimizer</a:t>
                </a:r>
                <a:endParaRPr b="1" sz="750">
                  <a:solidFill>
                    <a:srgbClr val="301900"/>
                  </a:solidFill>
                  <a:latin typeface="Space Mono"/>
                  <a:ea typeface="Space Mono"/>
                  <a:cs typeface="Space Mono"/>
                  <a:sym typeface="Space Mono"/>
                </a:endParaRPr>
              </a:p>
            </p:txBody>
          </p:sp>
          <p:sp>
            <p:nvSpPr>
              <p:cNvPr id="258" name="Google Shape;258;p34"/>
              <p:cNvSpPr txBox="1"/>
              <p:nvPr/>
            </p:nvSpPr>
            <p:spPr>
              <a:xfrm>
                <a:off x="2659436" y="2478813"/>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2e-5 is conservative for a large pretrained language model.</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rgbClr val="17202A"/>
                  </a:solidFill>
                  <a:latin typeface="Roboto"/>
                  <a:ea typeface="Roboto"/>
                  <a:cs typeface="Roboto"/>
                  <a:sym typeface="Roboto"/>
                </a:endParaRPr>
              </a:p>
            </p:txBody>
          </p:sp>
          <p:sp>
            <p:nvSpPr>
              <p:cNvPr id="259" name="Google Shape;259;p34"/>
              <p:cNvSpPr txBox="1"/>
              <p:nvPr/>
            </p:nvSpPr>
            <p:spPr>
              <a:xfrm>
                <a:off x="2659414" y="1398438"/>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Learning</a:t>
                </a:r>
                <a:r>
                  <a:rPr b="1" lang="en" sz="750">
                    <a:solidFill>
                      <a:srgbClr val="301900"/>
                    </a:solidFill>
                    <a:latin typeface="Space Mono"/>
                    <a:ea typeface="Space Mono"/>
                    <a:cs typeface="Space Mono"/>
                    <a:sym typeface="Space Mono"/>
                  </a:rPr>
                  <a:t>-rate</a:t>
                </a:r>
                <a:endParaRPr b="1" sz="750">
                  <a:solidFill>
                    <a:srgbClr val="301900"/>
                  </a:solidFill>
                  <a:latin typeface="Space Mono"/>
                  <a:ea typeface="Space Mono"/>
                  <a:cs typeface="Space Mono"/>
                  <a:sym typeface="Space Mono"/>
                </a:endParaRPr>
              </a:p>
            </p:txBody>
          </p:sp>
          <p:sp>
            <p:nvSpPr>
              <p:cNvPr id="260" name="Google Shape;260;p34"/>
              <p:cNvSpPr txBox="1"/>
              <p:nvPr/>
            </p:nvSpPr>
            <p:spPr>
              <a:xfrm>
                <a:off x="4351134" y="247882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100">
                    <a:solidFill>
                      <a:srgbClr val="17202A"/>
                    </a:solidFill>
                    <a:latin typeface="Roboto"/>
                    <a:ea typeface="Roboto"/>
                    <a:cs typeface="Roboto"/>
                    <a:sym typeface="Roboto"/>
                  </a:rPr>
                  <a:t>Linear decay with warmup steps avoids unstable early updates.</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rgbClr val="17202A"/>
                  </a:solidFill>
                  <a:latin typeface="Roboto"/>
                  <a:ea typeface="Roboto"/>
                  <a:cs typeface="Roboto"/>
                  <a:sym typeface="Roboto"/>
                </a:endParaRPr>
              </a:p>
            </p:txBody>
          </p:sp>
          <p:sp>
            <p:nvSpPr>
              <p:cNvPr id="261" name="Google Shape;261;p34"/>
              <p:cNvSpPr txBox="1"/>
              <p:nvPr/>
            </p:nvSpPr>
            <p:spPr>
              <a:xfrm>
                <a:off x="4351133" y="139842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Schedule+warmup</a:t>
                </a:r>
                <a:endParaRPr b="1" sz="750">
                  <a:solidFill>
                    <a:srgbClr val="301900"/>
                  </a:solidFill>
                  <a:latin typeface="Space Mono"/>
                  <a:ea typeface="Space Mono"/>
                  <a:cs typeface="Space Mono"/>
                  <a:sym typeface="Space Mono"/>
                </a:endParaRPr>
              </a:p>
            </p:txBody>
          </p:sp>
          <p:sp>
            <p:nvSpPr>
              <p:cNvPr id="262" name="Google Shape;262;p34"/>
              <p:cNvSpPr txBox="1"/>
              <p:nvPr/>
            </p:nvSpPr>
            <p:spPr>
              <a:xfrm>
                <a:off x="6030978" y="2442271"/>
                <a:ext cx="1610400" cy="1314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17202A"/>
                    </a:solidFill>
                    <a:latin typeface="Roboto"/>
                    <a:ea typeface="Roboto"/>
                    <a:cs typeface="Roboto"/>
                    <a:sym typeface="Roboto"/>
                  </a:rPr>
                  <a:t>Best model selected using eval_rougeL with patience of 2 evaluations.</a:t>
                </a:r>
                <a:endParaRPr sz="1100">
                  <a:solidFill>
                    <a:srgbClr val="17202A"/>
                  </a:solidFill>
                  <a:latin typeface="Roboto"/>
                  <a:ea typeface="Roboto"/>
                  <a:cs typeface="Roboto"/>
                  <a:sym typeface="Roboto"/>
                </a:endParaRPr>
              </a:p>
            </p:txBody>
          </p:sp>
          <p:sp>
            <p:nvSpPr>
              <p:cNvPr id="263" name="Google Shape;263;p34"/>
              <p:cNvSpPr txBox="1"/>
              <p:nvPr/>
            </p:nvSpPr>
            <p:spPr>
              <a:xfrm>
                <a:off x="6042911" y="139842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Early Stopping</a:t>
                </a:r>
                <a:endParaRPr b="1" sz="750">
                  <a:solidFill>
                    <a:srgbClr val="301900"/>
                  </a:solidFill>
                  <a:latin typeface="Space Mono"/>
                  <a:ea typeface="Space Mono"/>
                  <a:cs typeface="Space Mono"/>
                  <a:sym typeface="Space Mono"/>
                </a:endParaRPr>
              </a:p>
            </p:txBody>
          </p:sp>
          <p:sp>
            <p:nvSpPr>
              <p:cNvPr id="264" name="Google Shape;264;p34"/>
              <p:cNvSpPr txBox="1"/>
              <p:nvPr/>
            </p:nvSpPr>
            <p:spPr>
              <a:xfrm>
                <a:off x="2659409" y="1709300"/>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02</a:t>
                </a:r>
                <a:endParaRPr sz="5000">
                  <a:solidFill>
                    <a:srgbClr val="301900"/>
                  </a:solidFill>
                  <a:latin typeface="Poppins ExtraLight"/>
                  <a:ea typeface="Poppins ExtraLight"/>
                  <a:cs typeface="Poppins ExtraLight"/>
                  <a:sym typeface="Poppins ExtraLight"/>
                </a:endParaRPr>
              </a:p>
            </p:txBody>
          </p:sp>
          <p:sp>
            <p:nvSpPr>
              <p:cNvPr id="265" name="Google Shape;265;p34"/>
              <p:cNvSpPr txBox="1"/>
              <p:nvPr/>
            </p:nvSpPr>
            <p:spPr>
              <a:xfrm>
                <a:off x="4351151" y="1709288"/>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03</a:t>
                </a:r>
                <a:endParaRPr sz="5000">
                  <a:solidFill>
                    <a:srgbClr val="301900"/>
                  </a:solidFill>
                  <a:latin typeface="Poppins ExtraLight"/>
                  <a:ea typeface="Poppins ExtraLight"/>
                  <a:cs typeface="Poppins ExtraLight"/>
                  <a:sym typeface="Poppins ExtraLight"/>
                </a:endParaRPr>
              </a:p>
            </p:txBody>
          </p:sp>
          <p:sp>
            <p:nvSpPr>
              <p:cNvPr id="266" name="Google Shape;266;p34"/>
              <p:cNvSpPr txBox="1"/>
              <p:nvPr/>
            </p:nvSpPr>
            <p:spPr>
              <a:xfrm>
                <a:off x="6030962" y="1709263"/>
                <a:ext cx="1610400" cy="7695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04</a:t>
                </a:r>
                <a:endParaRPr sz="5000">
                  <a:solidFill>
                    <a:srgbClr val="301900"/>
                  </a:solidFill>
                  <a:latin typeface="Poppins ExtraLight"/>
                  <a:ea typeface="Poppins ExtraLight"/>
                  <a:cs typeface="Poppins ExtraLight"/>
                  <a:sym typeface="Poppins ExtraLight"/>
                </a:endParaRPr>
              </a:p>
            </p:txBody>
          </p:sp>
          <p:cxnSp>
            <p:nvCxnSpPr>
              <p:cNvPr id="267" name="Google Shape;267;p34"/>
              <p:cNvCxnSpPr/>
              <p:nvPr/>
            </p:nvCxnSpPr>
            <p:spPr>
              <a:xfrm>
                <a:off x="962026" y="1667300"/>
                <a:ext cx="10053300" cy="12000"/>
              </a:xfrm>
              <a:prstGeom prst="straightConnector1">
                <a:avLst/>
              </a:prstGeom>
              <a:noFill/>
              <a:ln cap="flat" cmpd="sng" w="9525">
                <a:solidFill>
                  <a:srgbClr val="301900"/>
                </a:solidFill>
                <a:prstDash val="solid"/>
                <a:round/>
                <a:headEnd len="med" w="med" type="none"/>
                <a:tailEnd len="med" w="med" type="none"/>
              </a:ln>
            </p:spPr>
          </p:cxnSp>
        </p:grpSp>
        <p:grpSp>
          <p:nvGrpSpPr>
            <p:cNvPr id="268" name="Google Shape;268;p34"/>
            <p:cNvGrpSpPr/>
            <p:nvPr/>
          </p:nvGrpSpPr>
          <p:grpSpPr>
            <a:xfrm>
              <a:off x="5901236" y="1874861"/>
              <a:ext cx="1436007" cy="2371874"/>
              <a:chOff x="5064618" y="1402725"/>
              <a:chExt cx="1679881" cy="2331538"/>
            </a:xfrm>
          </p:grpSpPr>
          <p:sp>
            <p:nvSpPr>
              <p:cNvPr id="269" name="Google Shape;269;p34"/>
              <p:cNvSpPr txBox="1"/>
              <p:nvPr/>
            </p:nvSpPr>
            <p:spPr>
              <a:xfrm>
                <a:off x="5064618" y="2441863"/>
                <a:ext cx="1610400" cy="129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17202A"/>
                    </a:solidFill>
                    <a:latin typeface="Roboto"/>
                    <a:ea typeface="Roboto"/>
                    <a:cs typeface="Roboto"/>
                    <a:sym typeface="Roboto"/>
                  </a:rPr>
                  <a:t>Reduces GPU memory usage so BART-large-CNN can run safely.</a:t>
                </a:r>
                <a:endParaRPr sz="1100">
                  <a:solidFill>
                    <a:srgbClr val="17202A"/>
                  </a:solidFill>
                  <a:latin typeface="Roboto"/>
                  <a:ea typeface="Roboto"/>
                  <a:cs typeface="Roboto"/>
                  <a:sym typeface="Roboto"/>
                </a:endParaRPr>
              </a:p>
            </p:txBody>
          </p:sp>
          <p:sp>
            <p:nvSpPr>
              <p:cNvPr id="270" name="Google Shape;270;p34"/>
              <p:cNvSpPr txBox="1"/>
              <p:nvPr/>
            </p:nvSpPr>
            <p:spPr>
              <a:xfrm>
                <a:off x="5134099" y="1402725"/>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Gradient checkpointing</a:t>
                </a:r>
                <a:endParaRPr b="1" sz="750">
                  <a:solidFill>
                    <a:srgbClr val="301900"/>
                  </a:solidFill>
                  <a:latin typeface="Space Mono"/>
                  <a:ea typeface="Space Mono"/>
                  <a:cs typeface="Space Mono"/>
                  <a:sym typeface="Space Mono"/>
                </a:endParaRPr>
              </a:p>
            </p:txBody>
          </p:sp>
          <p:sp>
            <p:nvSpPr>
              <p:cNvPr id="271" name="Google Shape;271;p34"/>
              <p:cNvSpPr txBox="1"/>
              <p:nvPr/>
            </p:nvSpPr>
            <p:spPr>
              <a:xfrm>
                <a:off x="5134091" y="1626129"/>
                <a:ext cx="1610400" cy="10224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05</a:t>
                </a:r>
                <a:endParaRPr sz="5000">
                  <a:solidFill>
                    <a:srgbClr val="301900"/>
                  </a:solidFill>
                  <a:latin typeface="Poppins ExtraLight"/>
                  <a:ea typeface="Poppins ExtraLight"/>
                  <a:cs typeface="Poppins ExtraLight"/>
                  <a:sym typeface="Poppins ExtraLight"/>
                </a:endParaRPr>
              </a:p>
            </p:txBody>
          </p:sp>
        </p:grpSp>
        <p:grpSp>
          <p:nvGrpSpPr>
            <p:cNvPr id="272" name="Google Shape;272;p34"/>
            <p:cNvGrpSpPr/>
            <p:nvPr/>
          </p:nvGrpSpPr>
          <p:grpSpPr>
            <a:xfrm>
              <a:off x="7464706" y="1893079"/>
              <a:ext cx="1376628" cy="2311899"/>
              <a:chOff x="6281980" y="1398300"/>
              <a:chExt cx="1610418" cy="2311899"/>
            </a:xfrm>
          </p:grpSpPr>
          <p:sp>
            <p:nvSpPr>
              <p:cNvPr id="273" name="Google Shape;273;p34"/>
              <p:cNvSpPr txBox="1"/>
              <p:nvPr/>
            </p:nvSpPr>
            <p:spPr>
              <a:xfrm>
                <a:off x="6281982" y="2478699"/>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solidFill>
                      <a:srgbClr val="17202A"/>
                    </a:solidFill>
                    <a:latin typeface="Roboto"/>
                    <a:ea typeface="Roboto"/>
                    <a:cs typeface="Roboto"/>
                    <a:sym typeface="Roboto"/>
                  </a:rPr>
                  <a:t>2520</a:t>
                </a:r>
                <a:r>
                  <a:rPr lang="en" sz="1100">
                    <a:solidFill>
                      <a:srgbClr val="17202A"/>
                    </a:solidFill>
                    <a:latin typeface="Roboto"/>
                    <a:ea typeface="Roboto"/>
                    <a:cs typeface="Roboto"/>
                    <a:sym typeface="Roboto"/>
                  </a:rPr>
                  <a:t> train / 540validation / 540 test examples for Colab stability.</a:t>
                </a:r>
                <a:endParaRPr sz="1100">
                  <a:solidFill>
                    <a:srgbClr val="17202A"/>
                  </a:solidFill>
                  <a:latin typeface="Roboto"/>
                  <a:ea typeface="Roboto"/>
                  <a:cs typeface="Roboto"/>
                  <a:sym typeface="Roboto"/>
                </a:endParaRPr>
              </a:p>
            </p:txBody>
          </p:sp>
          <p:sp>
            <p:nvSpPr>
              <p:cNvPr id="274" name="Google Shape;274;p34"/>
              <p:cNvSpPr txBox="1"/>
              <p:nvPr/>
            </p:nvSpPr>
            <p:spPr>
              <a:xfrm>
                <a:off x="6281980" y="1398300"/>
                <a:ext cx="1610400" cy="300000"/>
              </a:xfrm>
              <a:prstGeom prst="rect">
                <a:avLst/>
              </a:prstGeom>
              <a:noFill/>
              <a:ln>
                <a:noFill/>
              </a:ln>
            </p:spPr>
            <p:txBody>
              <a:bodyPr anchorCtr="0" anchor="ctr" bIns="0" lIns="0" spcFirstLastPara="1" rIns="91425" wrap="square" tIns="0">
                <a:noAutofit/>
              </a:bodyPr>
              <a:lstStyle/>
              <a:p>
                <a:pPr indent="0" lvl="0" marL="0" rtl="0" algn="l">
                  <a:lnSpc>
                    <a:spcPct val="100000"/>
                  </a:lnSpc>
                  <a:spcBef>
                    <a:spcPts val="0"/>
                  </a:spcBef>
                  <a:spcAft>
                    <a:spcPts val="0"/>
                  </a:spcAft>
                  <a:buNone/>
                </a:pPr>
                <a:r>
                  <a:rPr b="1" lang="en" sz="750">
                    <a:solidFill>
                      <a:srgbClr val="301900"/>
                    </a:solidFill>
                    <a:latin typeface="Space Mono"/>
                    <a:ea typeface="Space Mono"/>
                    <a:cs typeface="Space Mono"/>
                    <a:sym typeface="Space Mono"/>
                  </a:rPr>
                  <a:t>Subset Strategy</a:t>
                </a:r>
                <a:endParaRPr b="1" sz="750">
                  <a:solidFill>
                    <a:srgbClr val="301900"/>
                  </a:solidFill>
                  <a:latin typeface="Space Mono"/>
                  <a:ea typeface="Space Mono"/>
                  <a:cs typeface="Space Mono"/>
                  <a:sym typeface="Space Mono"/>
                </a:endParaRPr>
              </a:p>
            </p:txBody>
          </p:sp>
          <p:sp>
            <p:nvSpPr>
              <p:cNvPr id="275" name="Google Shape;275;p34"/>
              <p:cNvSpPr txBox="1"/>
              <p:nvPr/>
            </p:nvSpPr>
            <p:spPr>
              <a:xfrm>
                <a:off x="6281998" y="1698300"/>
                <a:ext cx="1610400" cy="780300"/>
              </a:xfrm>
              <a:prstGeom prst="rect">
                <a:avLst/>
              </a:prstGeom>
              <a:noFill/>
              <a:ln>
                <a:noFill/>
              </a:ln>
            </p:spPr>
            <p:txBody>
              <a:bodyPr anchorCtr="0" anchor="ctr" bIns="27425" lIns="0" spcFirstLastPara="1" rIns="0" wrap="square" tIns="91425">
                <a:noAutofit/>
              </a:bodyPr>
              <a:lstStyle/>
              <a:p>
                <a:pPr indent="0" lvl="0" marL="0" rtl="0" algn="l">
                  <a:lnSpc>
                    <a:spcPct val="80000"/>
                  </a:lnSpc>
                  <a:spcBef>
                    <a:spcPts val="0"/>
                  </a:spcBef>
                  <a:spcAft>
                    <a:spcPts val="0"/>
                  </a:spcAft>
                  <a:buNone/>
                </a:pPr>
                <a:r>
                  <a:rPr lang="en" sz="5000">
                    <a:solidFill>
                      <a:srgbClr val="301900"/>
                    </a:solidFill>
                    <a:latin typeface="Poppins ExtraLight"/>
                    <a:ea typeface="Poppins ExtraLight"/>
                    <a:cs typeface="Poppins ExtraLight"/>
                    <a:sym typeface="Poppins ExtraLight"/>
                  </a:rPr>
                  <a:t>06</a:t>
                </a:r>
                <a:endParaRPr sz="5000">
                  <a:solidFill>
                    <a:srgbClr val="301900"/>
                  </a:solidFill>
                  <a:latin typeface="Poppins ExtraLight"/>
                  <a:ea typeface="Poppins ExtraLight"/>
                  <a:cs typeface="Poppins ExtraLight"/>
                  <a:sym typeface="Poppins ExtraLight"/>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365875" y="901925"/>
            <a:ext cx="994800" cy="5277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None/>
            </a:pPr>
            <a:r>
              <a:rPr lang="en" sz="1900">
                <a:solidFill>
                  <a:srgbClr val="123C5A"/>
                </a:solidFill>
                <a:latin typeface="Calibri"/>
                <a:ea typeface="Calibri"/>
                <a:cs typeface="Calibri"/>
                <a:sym typeface="Calibri"/>
              </a:rPr>
              <a:t>Results</a:t>
            </a:r>
            <a:endParaRPr/>
          </a:p>
        </p:txBody>
      </p:sp>
      <p:pic>
        <p:nvPicPr>
          <p:cNvPr id="281" name="Google Shape;281;p35"/>
          <p:cNvPicPr preferRelativeResize="0"/>
          <p:nvPr/>
        </p:nvPicPr>
        <p:blipFill>
          <a:blip r:embed="rId3">
            <a:alphaModFix/>
          </a:blip>
          <a:stretch>
            <a:fillRect/>
          </a:stretch>
        </p:blipFill>
        <p:spPr>
          <a:xfrm>
            <a:off x="1360663" y="901913"/>
            <a:ext cx="7197163" cy="3536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174400" y="744650"/>
            <a:ext cx="825000" cy="5541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None/>
            </a:pPr>
            <a:r>
              <a:rPr lang="en" sz="1900">
                <a:solidFill>
                  <a:srgbClr val="123C5A"/>
                </a:solidFill>
                <a:latin typeface="Calibri"/>
                <a:ea typeface="Calibri"/>
                <a:cs typeface="Calibri"/>
                <a:sym typeface="Calibri"/>
              </a:rPr>
              <a:t>Results</a:t>
            </a:r>
            <a:endParaRPr/>
          </a:p>
        </p:txBody>
      </p:sp>
      <p:sp>
        <p:nvSpPr>
          <p:cNvPr id="287" name="Google Shape;287;p36"/>
          <p:cNvSpPr txBox="1"/>
          <p:nvPr/>
        </p:nvSpPr>
        <p:spPr>
          <a:xfrm>
            <a:off x="1062000" y="919650"/>
            <a:ext cx="8017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This chart compares generated summary lengths with reference summary lengths. It helps show whether the model is producing summaries that are too short, too long, or close to the target style.</a:t>
            </a:r>
            <a:endParaRPr sz="1200"/>
          </a:p>
        </p:txBody>
      </p:sp>
      <p:pic>
        <p:nvPicPr>
          <p:cNvPr id="288" name="Google Shape;288;p36"/>
          <p:cNvPicPr preferRelativeResize="0"/>
          <p:nvPr/>
        </p:nvPicPr>
        <p:blipFill>
          <a:blip r:embed="rId3">
            <a:alphaModFix/>
          </a:blip>
          <a:stretch>
            <a:fillRect/>
          </a:stretch>
        </p:blipFill>
        <p:spPr>
          <a:xfrm>
            <a:off x="1169200" y="1419000"/>
            <a:ext cx="6805593" cy="3364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665075" y="744650"/>
            <a:ext cx="825000" cy="5541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None/>
            </a:pPr>
            <a:r>
              <a:rPr lang="en" sz="1900">
                <a:solidFill>
                  <a:srgbClr val="123C5A"/>
                </a:solidFill>
                <a:latin typeface="Calibri"/>
                <a:ea typeface="Calibri"/>
                <a:cs typeface="Calibri"/>
                <a:sym typeface="Calibri"/>
              </a:rPr>
              <a:t>Results</a:t>
            </a:r>
            <a:endParaRPr/>
          </a:p>
        </p:txBody>
      </p:sp>
      <p:pic>
        <p:nvPicPr>
          <p:cNvPr id="294" name="Google Shape;294;p37"/>
          <p:cNvPicPr preferRelativeResize="0"/>
          <p:nvPr/>
        </p:nvPicPr>
        <p:blipFill>
          <a:blip r:embed="rId3">
            <a:alphaModFix/>
          </a:blip>
          <a:stretch>
            <a:fillRect/>
          </a:stretch>
        </p:blipFill>
        <p:spPr>
          <a:xfrm>
            <a:off x="1988313" y="744650"/>
            <a:ext cx="5686925" cy="3884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8"/>
          <p:cNvSpPr txBox="1"/>
          <p:nvPr>
            <p:ph type="title"/>
          </p:nvPr>
        </p:nvSpPr>
        <p:spPr>
          <a:xfrm>
            <a:off x="628650" y="774275"/>
            <a:ext cx="994800" cy="5277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None/>
            </a:pPr>
            <a:r>
              <a:rPr lang="en" sz="1900">
                <a:solidFill>
                  <a:srgbClr val="123C5A"/>
                </a:solidFill>
                <a:latin typeface="Calibri"/>
                <a:ea typeface="Calibri"/>
                <a:cs typeface="Calibri"/>
                <a:sym typeface="Calibri"/>
              </a:rPr>
              <a:t>Results</a:t>
            </a:r>
            <a:endParaRPr/>
          </a:p>
        </p:txBody>
      </p:sp>
      <p:pic>
        <p:nvPicPr>
          <p:cNvPr id="300" name="Google Shape;300;p38"/>
          <p:cNvPicPr preferRelativeResize="0"/>
          <p:nvPr/>
        </p:nvPicPr>
        <p:blipFill>
          <a:blip r:embed="rId3">
            <a:alphaModFix/>
          </a:blip>
          <a:stretch>
            <a:fillRect/>
          </a:stretch>
        </p:blipFill>
        <p:spPr>
          <a:xfrm>
            <a:off x="1623450" y="774275"/>
            <a:ext cx="6119975" cy="39846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9"/>
          <p:cNvSpPr txBox="1"/>
          <p:nvPr>
            <p:ph type="title"/>
          </p:nvPr>
        </p:nvSpPr>
        <p:spPr>
          <a:xfrm>
            <a:off x="628650" y="774275"/>
            <a:ext cx="994800" cy="527700"/>
          </a:xfrm>
          <a:prstGeom prst="rect">
            <a:avLst/>
          </a:prstGeom>
        </p:spPr>
        <p:txBody>
          <a:bodyPr anchorCtr="0" anchor="ctr" bIns="17150" lIns="34275" spcFirstLastPara="1" rIns="34275" wrap="square" tIns="17150">
            <a:normAutofit/>
          </a:bodyPr>
          <a:lstStyle/>
          <a:p>
            <a:pPr indent="0" lvl="0" marL="0" rtl="0" algn="l">
              <a:lnSpc>
                <a:spcPct val="100000"/>
              </a:lnSpc>
              <a:spcBef>
                <a:spcPts val="0"/>
              </a:spcBef>
              <a:spcAft>
                <a:spcPts val="0"/>
              </a:spcAft>
              <a:buNone/>
            </a:pPr>
            <a:r>
              <a:rPr lang="en" sz="1900">
                <a:solidFill>
                  <a:srgbClr val="123C5A"/>
                </a:solidFill>
                <a:latin typeface="Calibri"/>
                <a:ea typeface="Calibri"/>
                <a:cs typeface="Calibri"/>
                <a:sym typeface="Calibri"/>
              </a:rPr>
              <a:t>Results</a:t>
            </a:r>
            <a:endParaRPr/>
          </a:p>
        </p:txBody>
      </p:sp>
      <p:pic>
        <p:nvPicPr>
          <p:cNvPr id="306" name="Google Shape;306;p39"/>
          <p:cNvPicPr preferRelativeResize="0"/>
          <p:nvPr/>
        </p:nvPicPr>
        <p:blipFill rotWithShape="1">
          <a:blip r:embed="rId3">
            <a:alphaModFix/>
          </a:blip>
          <a:srcRect b="-1300" l="0" r="0" t="1300"/>
          <a:stretch/>
        </p:blipFill>
        <p:spPr>
          <a:xfrm>
            <a:off x="1470125" y="774275"/>
            <a:ext cx="6416176" cy="42529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0"/>
          <p:cNvSpPr txBox="1"/>
          <p:nvPr>
            <p:ph idx="1" type="body"/>
          </p:nvPr>
        </p:nvSpPr>
        <p:spPr>
          <a:xfrm>
            <a:off x="628650" y="1369219"/>
            <a:ext cx="7886700" cy="3263400"/>
          </a:xfrm>
          <a:prstGeom prst="rect">
            <a:avLst/>
          </a:prstGeom>
        </p:spPr>
        <p:txBody>
          <a:bodyPr anchorCtr="0" anchor="t" bIns="17150" lIns="34275" spcFirstLastPara="1" rIns="34275" wrap="square" tIns="17150">
            <a:normAutofit/>
          </a:bodyPr>
          <a:lstStyle/>
          <a:p>
            <a:pPr indent="0" lvl="0" marL="0" rtl="0" algn="l">
              <a:spcBef>
                <a:spcPts val="800"/>
              </a:spcBef>
              <a:spcAft>
                <a:spcPts val="0"/>
              </a:spcAft>
              <a:buNone/>
            </a:pPr>
            <a:r>
              <a:t/>
            </a:r>
            <a:endParaRPr/>
          </a:p>
        </p:txBody>
      </p:sp>
      <p:pic>
        <p:nvPicPr>
          <p:cNvPr id="312" name="Google Shape;312;p40" title="Points scored"/>
          <p:cNvPicPr preferRelativeResize="0"/>
          <p:nvPr/>
        </p:nvPicPr>
        <p:blipFill>
          <a:blip r:embed="rId3">
            <a:alphaModFix/>
          </a:blip>
          <a:stretch>
            <a:fillRect/>
          </a:stretch>
        </p:blipFill>
        <p:spPr>
          <a:xfrm>
            <a:off x="628650" y="1369225"/>
            <a:ext cx="7886700" cy="32633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